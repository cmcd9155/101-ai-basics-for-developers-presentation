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0e62b5cc704556" /><Relationship Type="http://schemas.openxmlformats.org/officeDocument/2006/relationships/extended-properties" Target="/docProps/app.xml" Id="R4601dd5cdcdf4d0f" /><Relationship Type="http://schemas.openxmlformats.org/officeDocument/2006/relationships/officeDocument" Target="/ppt/presentation.xml" Id="R3a729ec81e764e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26a4c0bef14402"/>
  </p:sldMasterIdLst>
  <p:notesMasterIdLst>
    <p:notesMasterId xmlns:r="http://schemas.openxmlformats.org/officeDocument/2006/relationships" r:id="R4544162a404747a7"/>
  </p:notesMasterIdLst>
  <p:sldIdLst>
    <p:sldId xmlns:r="http://schemas.openxmlformats.org/officeDocument/2006/relationships" id="256" r:id="R29872f8832a549e2"/>
    <p:sldId xmlns:r="http://schemas.openxmlformats.org/officeDocument/2006/relationships" id="257" r:id="Ra7f817b382ed4ddf"/>
    <p:sldId xmlns:r="http://schemas.openxmlformats.org/officeDocument/2006/relationships" id="258" r:id="R122cf32d471049a8"/>
    <p:sldId xmlns:r="http://schemas.openxmlformats.org/officeDocument/2006/relationships" id="259" r:id="R09fd44a669af49ca"/>
    <p:sldId xmlns:r="http://schemas.openxmlformats.org/officeDocument/2006/relationships" id="260" r:id="Ra1419d12ac9340d0"/>
    <p:sldId xmlns:r="http://schemas.openxmlformats.org/officeDocument/2006/relationships" id="261" r:id="R7fc85afe356a49dd"/>
    <p:sldId xmlns:r="http://schemas.openxmlformats.org/officeDocument/2006/relationships" id="262" r:id="R2bfcf1f741154c97"/>
    <p:sldId xmlns:r="http://schemas.openxmlformats.org/officeDocument/2006/relationships" id="263" r:id="R90c8ecd3cfe14804"/>
    <p:sldId xmlns:r="http://schemas.openxmlformats.org/officeDocument/2006/relationships" id="264" r:id="R77abfd4b0d524c0e"/>
    <p:sldId xmlns:r="http://schemas.openxmlformats.org/officeDocument/2006/relationships" id="265" r:id="Rd8b5956ac2af4c61"/>
    <p:sldId xmlns:r="http://schemas.openxmlformats.org/officeDocument/2006/relationships" id="266" r:id="Rd76c1f4737cd42c8"/>
    <p:sldId xmlns:r="http://schemas.openxmlformats.org/officeDocument/2006/relationships" id="267" r:id="R88f8ce7c3b094336"/>
    <p:sldId xmlns:r="http://schemas.openxmlformats.org/officeDocument/2006/relationships" id="268" r:id="Re75ac1914cf5434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6a4c0bef14402" /><Relationship Type="http://schemas.openxmlformats.org/officeDocument/2006/relationships/theme" Target="/ppt/theme/theme1.xml" Id="Rbef7a99bc64f4eb2" /><Relationship Type="http://schemas.openxmlformats.org/officeDocument/2006/relationships/notesMaster" Target="/ppt/notesMasters/notesMaster1.xml" Id="R4544162a404747a7" /><Relationship Type="http://schemas.openxmlformats.org/officeDocument/2006/relationships/presProps" Target="/ppt/presProps.xml" Id="R45f8113a4b084700" /><Relationship Type="http://schemas.openxmlformats.org/officeDocument/2006/relationships/viewProps" Target="/ppt/viewProps.xml" Id="Rfcef9b9e5e0d4d36" /><Relationship Type="http://schemas.openxmlformats.org/officeDocument/2006/relationships/tableStyles" Target="/ppt/tableStyles.xml" Id="Rbe4ae29fb1bb443d" /><Relationship Type="http://schemas.openxmlformats.org/officeDocument/2006/relationships/slide" Target="/ppt/slides/slide1.xml" Id="R29872f8832a549e2" /><Relationship Type="http://schemas.openxmlformats.org/officeDocument/2006/relationships/slide" Target="/ppt/slides/slide2.xml" Id="Ra7f817b382ed4ddf" /><Relationship Type="http://schemas.openxmlformats.org/officeDocument/2006/relationships/slide" Target="/ppt/slides/slide3.xml" Id="R122cf32d471049a8" /><Relationship Type="http://schemas.openxmlformats.org/officeDocument/2006/relationships/slide" Target="/ppt/slides/slide4.xml" Id="R09fd44a669af49ca" /><Relationship Type="http://schemas.openxmlformats.org/officeDocument/2006/relationships/slide" Target="/ppt/slides/slide5.xml" Id="Ra1419d12ac9340d0" /><Relationship Type="http://schemas.openxmlformats.org/officeDocument/2006/relationships/slide" Target="/ppt/slides/slide6.xml" Id="R7fc85afe356a49dd" /><Relationship Type="http://schemas.openxmlformats.org/officeDocument/2006/relationships/slide" Target="/ppt/slides/slide7.xml" Id="R2bfcf1f741154c97" /><Relationship Type="http://schemas.openxmlformats.org/officeDocument/2006/relationships/slide" Target="/ppt/slides/slide8.xml" Id="R90c8ecd3cfe14804" /><Relationship Type="http://schemas.openxmlformats.org/officeDocument/2006/relationships/slide" Target="/ppt/slides/slide9.xml" Id="R77abfd4b0d524c0e" /><Relationship Type="http://schemas.openxmlformats.org/officeDocument/2006/relationships/slide" Target="/ppt/slides/slide10.xml" Id="Rd8b5956ac2af4c61" /><Relationship Type="http://schemas.openxmlformats.org/officeDocument/2006/relationships/slide" Target="/ppt/slides/slide11.xml" Id="Rd76c1f4737cd42c8" /><Relationship Type="http://schemas.openxmlformats.org/officeDocument/2006/relationships/slide" Target="/ppt/slides/slide12.xml" Id="R88f8ce7c3b094336" /><Relationship Type="http://schemas.openxmlformats.org/officeDocument/2006/relationships/slide" Target="/ppt/slides/slide13.xml" Id="Re75ac1914cf543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12456dda61a40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0daff64e474479" /><Relationship Type="http://schemas.openxmlformats.org/officeDocument/2006/relationships/notesMaster" Target="/ppt/notesMasters/notesMaster1.xml" Id="R606a4bb7e6c747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d290d8badb44d1" /><Relationship Type="http://schemas.openxmlformats.org/officeDocument/2006/relationships/notesMaster" Target="/ppt/notesMasters/notesMaster1.xml" Id="R9c89bbc7d9a24d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ac7fe07f1d476d" /><Relationship Type="http://schemas.openxmlformats.org/officeDocument/2006/relationships/notesMaster" Target="/ppt/notesMasters/notesMaster1.xml" Id="R9a94cb40b9b642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e1d66aea3242d9" /><Relationship Type="http://schemas.openxmlformats.org/officeDocument/2006/relationships/notesMaster" Target="/ppt/notesMasters/notesMaster1.xml" Id="Rac6bffeeed5b48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5609c2900d4baf" /><Relationship Type="http://schemas.openxmlformats.org/officeDocument/2006/relationships/notesMaster" Target="/ppt/notesMasters/notesMaster1.xml" Id="R524f031a92df44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a43e11bef34097" /><Relationship Type="http://schemas.openxmlformats.org/officeDocument/2006/relationships/notesMaster" Target="/ppt/notesMasters/notesMaster1.xml" Id="R737ccf45d15342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a2682936284806" /><Relationship Type="http://schemas.openxmlformats.org/officeDocument/2006/relationships/notesMaster" Target="/ppt/notesMasters/notesMaster1.xml" Id="R962aa7f36ce240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53a84eb30a4ad9" /><Relationship Type="http://schemas.openxmlformats.org/officeDocument/2006/relationships/notesMaster" Target="/ppt/notesMasters/notesMaster1.xml" Id="R0afe5f93921745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5084bc6dcb48a4" /><Relationship Type="http://schemas.openxmlformats.org/officeDocument/2006/relationships/notesMaster" Target="/ppt/notesMasters/notesMaster1.xml" Id="R1aa644d7e6d540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c3d1b7cd984167" /><Relationship Type="http://schemas.openxmlformats.org/officeDocument/2006/relationships/notesMaster" Target="/ppt/notesMasters/notesMaster1.xml" Id="R0f72d5b7bd4b44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50c9ab788a40d2" /><Relationship Type="http://schemas.openxmlformats.org/officeDocument/2006/relationships/notesMaster" Target="/ppt/notesMasters/notesMaster1.xml" Id="R768f0ccba32d4e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1efe79a1424044" /><Relationship Type="http://schemas.openxmlformats.org/officeDocument/2006/relationships/notesMaster" Target="/ppt/notesMasters/notesMaster1.xml" Id="R7cf18815a05440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60626d079134ee2" /><Relationship Type="http://schemas.openxmlformats.org/officeDocument/2006/relationships/notesMaster" Target="/ppt/notesMasters/notesMaster1.xml" Id="Rc1d1fde60fb340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c562ce22247c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b5ab8ec4fde40df" /><Relationship Type="http://schemas.openxmlformats.org/officeDocument/2006/relationships/slideLayout" Target="/ppt/slideLayouts/slideLayout2.xml" Id="Rb4f6d304ffab40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f6d304ffab40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01325ea88249ca" /><Relationship Type="http://schemas.openxmlformats.org/officeDocument/2006/relationships/image" Target="/ppt/media/image.jpeg" Id="R22178fc7648440fd" /><Relationship Type="http://schemas.openxmlformats.org/officeDocument/2006/relationships/notesSlide" Target="/ppt/notesSlides/notesSlide1.xml" Id="R5040285cc86a48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f6fdb2e89a487c" /><Relationship Type="http://schemas.openxmlformats.org/officeDocument/2006/relationships/image" Target="/ppt/media/image2.jpeg" Id="R16d461df2a0247e9" /><Relationship Type="http://schemas.openxmlformats.org/officeDocument/2006/relationships/notesSlide" Target="/ppt/notesSlides/notesSlide2.xml" Id="Rcf5e6185588547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bd327b0b5f4b7c" /><Relationship Type="http://schemas.openxmlformats.org/officeDocument/2006/relationships/image" Target="/ppt/media/image3.jpeg" Id="R3ae20195184d4b59" /><Relationship Type="http://schemas.openxmlformats.org/officeDocument/2006/relationships/notesSlide" Target="/ppt/notesSlides/notesSlide3.xml" Id="R6d16d7b8034446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c2b8e4b86b490d" /><Relationship Type="http://schemas.openxmlformats.org/officeDocument/2006/relationships/image" Target="/ppt/media/image4.jpeg" Id="R97d0a5de3f404d22" /><Relationship Type="http://schemas.openxmlformats.org/officeDocument/2006/relationships/notesSlide" Target="/ppt/notesSlides/notesSlide4.xml" Id="R49bd4c515f1348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4110ab2b3540ae" /><Relationship Type="http://schemas.openxmlformats.org/officeDocument/2006/relationships/image" Target="/ppt/media/image5.jpeg" Id="R4375b40623e04bb9" /><Relationship Type="http://schemas.openxmlformats.org/officeDocument/2006/relationships/notesSlide" Target="/ppt/notesSlides/notesSlide5.xml" Id="R5ae5a404199744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517ee6a95d403e" /><Relationship Type="http://schemas.openxmlformats.org/officeDocument/2006/relationships/image" Target="/ppt/media/image6.jpeg" Id="R74dba8ca9a9543eb" /><Relationship Type="http://schemas.openxmlformats.org/officeDocument/2006/relationships/notesSlide" Target="/ppt/notesSlides/notesSlide6.xml" Id="R80b1df99cdfe4c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f794caa0d243a8" /><Relationship Type="http://schemas.openxmlformats.org/officeDocument/2006/relationships/image" Target="/ppt/media/image7.jpeg" Id="R840272d9b0e44eec" /><Relationship Type="http://schemas.openxmlformats.org/officeDocument/2006/relationships/notesSlide" Target="/ppt/notesSlides/notesSlide7.xml" Id="R31a0868935d043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7affb441774171" /><Relationship Type="http://schemas.openxmlformats.org/officeDocument/2006/relationships/image" Target="/ppt/media/image8.jpeg" Id="R484298a6c655447b" /><Relationship Type="http://schemas.openxmlformats.org/officeDocument/2006/relationships/notesSlide" Target="/ppt/notesSlides/notesSlide8.xml" Id="R2df7bd56215743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22f60a86754cb8" /><Relationship Type="http://schemas.openxmlformats.org/officeDocument/2006/relationships/image" Target="/ppt/media/image9.jpeg" Id="Re6c493c95dfc4469" /><Relationship Type="http://schemas.openxmlformats.org/officeDocument/2006/relationships/notesSlide" Target="/ppt/notesSlides/notesSlide9.xml" Id="Rc302493d1f5c46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3e5fc199a14726" /><Relationship Type="http://schemas.openxmlformats.org/officeDocument/2006/relationships/image" Target="/ppt/media/image10.jpeg" Id="R6ac46f0dd85c45ee" /><Relationship Type="http://schemas.openxmlformats.org/officeDocument/2006/relationships/notesSlide" Target="/ppt/notesSlides/notesSlide10.xml" Id="Rf25c51f4609a46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527ad3cf624d56" /><Relationship Type="http://schemas.openxmlformats.org/officeDocument/2006/relationships/image" Target="/ppt/media/image11.jpeg" Id="Rdab8242c72ed4351" /><Relationship Type="http://schemas.openxmlformats.org/officeDocument/2006/relationships/notesSlide" Target="/ppt/notesSlides/notesSlide11.xml" Id="R928e5ce8981449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1cc212da0f41ce" /><Relationship Type="http://schemas.openxmlformats.org/officeDocument/2006/relationships/image" Target="/ppt/media/image12.jpeg" Id="R79158f910fe540f4" /><Relationship Type="http://schemas.openxmlformats.org/officeDocument/2006/relationships/notesSlide" Target="/ppt/notesSlides/notesSlide12.xml" Id="Ra188ef3bf7964a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389e457c274d9e" /><Relationship Type="http://schemas.openxmlformats.org/officeDocument/2006/relationships/notesSlide" Target="/ppt/notesSlides/notesSlide13.xml" Id="Rd6429e3d0f2749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78fc7648440fd"/>
          <a:srcRect xmlns:a="http://schemas.openxmlformats.org/drawingml/2006/main" l="1515" t="0" r="15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B0BD1-02F9-4AC3-9432-5E21C928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AC386-35BC-4137-801D-7981503E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0E69F-CF1C-4651-A034-F23E9FE0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87BA2-9978-4F86-9FEC-DD49F561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E17A9-A2CA-470A-A622-50F140F3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771C8-4A33-468A-9437-F1946571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AI BASICS 102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D1E1F-6DD0-46E5-A0ED-B56279DB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90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Agent Harnesses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7660D-5ECC-4031-912F-CBBF1CB1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81350"/>
            <a:ext cx="476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8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68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How teams keep Copilot useful, bounded, and reviewable.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A8554-A171-473F-836A-14B1FE14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3CB52-A6A3-403F-8C45-B068039C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80613-12C5-447F-A49F-14B90F9F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14111-9BF0-40F2-AC18-0A853E0B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C388A-7023-46FE-B653-F9421476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E8FB8-522B-40C0-8DD6-77FE3132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3F7311-3421-4ACC-936C-C8436063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2915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74CABB-CDD3-4030-AF29-435F9116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9582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24B93E-6860-435A-9FDF-AD649498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20 minutes | VS Code + GitHub Copilot framing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2A8DB1-82E1-41D5-8514-67B9420E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23611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49BD53-B90B-42CC-93C2-E3264B4D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6D75C-2341-4EC8-9319-A67203B8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4EE0E-6B82-4E4B-BE0F-5311CA72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PROMPTING IS NOT ENOUGH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AEBE7-3F29-4312-BBFE-2BA2793D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90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good prompt helps once. A harness helps every session.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B95ED-0025-476B-8325-E9F39AC6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AFE25-E477-4A33-9693-8D4DC239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461df2a0247e9"/>
          <a:srcRect xmlns:a="http://schemas.openxmlformats.org/drawingml/2006/main" l="2184" t="0" r="21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0B84F-BFF1-40F1-B0BF-8463FEA9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C71BE4-1774-4136-9C63-75CDBB6A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F32DE-AFFA-49F1-A87A-70CB6F46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B06EF-C79F-49B7-A66A-444D15A8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533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The repo should carry the rules, checks, and habits the agent should not rediscover.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B0053-FE4B-4DDD-9F9E-7F651C8D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1FC8A-7808-4E04-A71E-35DA4F89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54B00-EF98-44C6-8E89-433C942D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One session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7852B-CB5B-4E7B-8A13-4976D6D1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54291"/>
            <a:ext cx="190500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Prompt, context, and steering.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191DCB-BA5B-4EB9-A49D-862D4DD8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77FD2-EA8C-4811-AB0F-759A64D6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ADAB9-CBF6-4A6B-85D8-E52A3AC0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5433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Every session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50900-E7BF-4C39-A9E6-22CD82D2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54291"/>
            <a:ext cx="190500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Instructions, skills, scripts, checks, and review habits.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F9BC3C-5EB4-4856-AE27-C084CDAC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38800"/>
            <a:ext cx="861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F93BF0-CD3F-4F96-A4FF-CA8AD0D4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91200"/>
            <a:ext cx="781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0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0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goal is not more trust. The goal is more inspectable work.</a:t>
            </a:r>
          </a:p>
        </p:txBody>
      </p:sp>
    </p:spTree>
    <p:extLst>
      <p:ext uri="{BB962C8B-B14F-4D97-AF65-F5344CB8AC3E}">
        <p14:creationId xmlns:p14="http://schemas.microsoft.com/office/powerpoint/2010/main" val="13524781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5E7396-B1C3-4C8E-B0D4-1AE383FE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E12D4-7365-4D9C-BCE6-7B66674A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6F7C0-2C72-49B8-B8BC-10B66D78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79D89-2A35-4AAB-B833-6650FEBC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Use four pieces: rules, moves, tools,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A4090-AD8F-46DC-A6F0-438CCD5B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5C31AF-C244-4265-AADF-9485CABD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20195184d4b59"/>
          <a:srcRect xmlns:a="http://schemas.openxmlformats.org/drawingml/2006/main" l="4380" t="0" r="43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1397A-DAB3-4587-8193-9DC6271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CE8B5-5D09-4BA9-B96F-5364C6EB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177268-554D-4E0C-B997-9FA82E0A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2A596-7F31-46D4-910A-BE3B5FEB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64357-2C28-46BB-8390-8951B9B5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20EDC-5E22-4E1C-B480-BA6F1F4C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8891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Standing instructions and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C73CE-C119-4ABA-9EE6-C2F98E4F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22049-1B2F-4F5A-B7A8-5074182C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A2012-D619-4945-8F80-36569E71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479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D0E76D-35E1-4D91-AB6B-D35D7F46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8891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Skills, playbooks, and team procedures.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554F47-C7FC-4507-A610-4D042885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7B7A75-6A51-4E22-8038-2013F469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EBCBD1-51DD-4BBB-8677-0BCF301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456272-2FA8-4C16-8351-A0769CC0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6191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Scripts, commands, and controlled capabilities.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08201B-B2F8-4DD0-8E57-C5AA828C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71D245-E464-4F8E-8501-2F404125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49293B-B979-4E90-B1DE-13B92328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05200"/>
            <a:ext cx="17526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6625E6-A298-4D0B-91B2-2BF18A5A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16191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lint reports, diagnostics, and review.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E7AA1D-88F5-45AB-9B4E-7ED3E983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5143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706E49-819B-4380-AD28-7F2062AD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1408FE-B341-4FA8-8CE7-574DAAC6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14875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harness is the system around Copilot, not one magic prompt.</a:t>
            </a:r>
          </a:p>
        </p:txBody>
      </p:sp>
    </p:spTree>
    <p:extLst>
      <p:ext uri="{BB962C8B-B14F-4D97-AF65-F5344CB8AC3E}">
        <p14:creationId xmlns:p14="http://schemas.microsoft.com/office/powerpoint/2010/main" val="17972463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FE2BE9-8CB3-49CB-94ED-56862281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D7033-35B2-45C9-9FD0-2D177648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F8514-562F-4819-9261-BA7A3D0E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COPILOT INSTRUCTIONS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687D6-F5A6-455A-8604-8BC05062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Repo instructions are standing orders.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EB450-6BA3-4925-A1B8-4EE37AD9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VS Code Docs: Copilot custom instructions | GitHub Docs: customizing Copilot responses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27E85-C13C-4AD3-9D95-FC91D4C5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0a5de3f404d22"/>
          <a:srcRect xmlns:a="http://schemas.openxmlformats.org/drawingml/2006/main" l="0" t="410" r="0" b="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C0200-2F4D-4761-9C65-3A355226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8659B-7D1E-41FA-8B79-50DAFCC5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F006BF-2379-400C-B330-2BF2B790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38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561BF-AC6F-49CE-90AF-0DEFE63C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.github/copilot-instructions.md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92ABD-011A-46E1-85CC-7E6A9C80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B2EDC7-7C74-4BE4-8342-52CF3E3F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407F6-4D17-4E0C-A624-BCD7D23E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76575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Write the rules the agent should not guess every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890FA4-0611-42A3-A69B-3006926A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94FEB-1FF4-4E2A-8ADC-D41C32C1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95B38F-2A20-4F64-B03F-6B2C414C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B9595-71D6-4095-ADD1-F3205958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389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Install, build, lint, test, and local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B6EF71-669B-46ED-BA02-44630B53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005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3877DC-DE39-4F35-9EBC-D35EF9D8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2E8AB-2F92-443B-A0C7-951C2F5E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529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Conventions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8ED28-6A88-40FD-BFCD-079C69B4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6389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Patterns, helpers, naming, errors, and logging.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014181-29EC-498D-BD51-300C7EB2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55D2A4-19E7-47EE-927F-79E13A6F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B77DD3-94B0-45C4-A2B7-D7C821AD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Boundaries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9BECB-CD32-45BD-9057-9725128E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259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Risky paths, APIs, secrets, migrations, and deploys.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DFC451-20C4-40D2-A58B-B1680152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24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92781-74F9-44D5-9D79-CDB02171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210674-2BCD-4FB7-B34B-B9E695A7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8160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F0DA6E-227D-4E0B-9CD8-925D67A8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49259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Required checks before Copilot says complete.</a:t>
            </a:r>
          </a:p>
        </p:txBody>
      </p:sp>
    </p:spTree>
    <p:extLst>
      <p:ext uri="{BB962C8B-B14F-4D97-AF65-F5344CB8AC3E}">
        <p14:creationId xmlns:p14="http://schemas.microsoft.com/office/powerpoint/2010/main" val="10191431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3D2E29-C753-490F-BD34-AB8D9786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09EE5-613D-461D-AC5F-120E5CB2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0EE5D-DA48-4331-8C83-F6091372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BOUNDARIES AND BLAST RADIUS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79DA3-34D0-4704-AB8E-AC853D25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Different actions deserve different permission.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5C0FA-8E13-468D-916D-FFC75C22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4015C-0533-4197-B5F9-53D12502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5b40623e04bb9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392FD-1B6E-487F-9AD5-5CEC472D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27B5E-8C44-4070-9B77-0AD42BF2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5D035-551F-40B9-87DB-BE8E56FC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F9E9F-731B-449B-9B68-3B645256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1CC87-85B2-426C-90FE-3ABDCF11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Files, docs, logs, issues.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BEDA0D-1507-4E93-AD45-4550CC21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48039-C07B-4909-9CE2-0ED162DE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88FAC-6993-4FE6-9CC1-B0821AF3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Local code, tests, docs.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73346-DFA8-473C-B0D7-E526FC41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EBF33-B7CA-40E4-B457-7340B5AA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2E3E3-9FD4-4DA6-88FA-CCE29028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Allowlisted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86CF93-7C4D-4D83-950E-44484616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33600"/>
            <a:ext cx="1028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D949B-CD68-4427-89DE-D1F31865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976B7B-967D-4968-8612-E1EDCD23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0985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Deploys, data, merges.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E2E368-DD08-4B58-B4FF-DD2E7F5D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F09285-B02E-4BFF-831C-A222E1A7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EBBB46-F49A-4B58-BD04-CAFD042F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Allowed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A49895-D683-46EB-93CA-FAB03D79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6291"/>
            <a:ext cx="272415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Read code, inspect tests, update focused local files.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03CCB7-1AC4-4755-99C7-9F7BA435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CE92D7-93FC-4EB9-9D6F-212AD03C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0DC94C-0EE4-4E34-B982-D1B4DA6F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Ask first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0DF796-D571-4F0A-8BD2-E9690A8B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16291"/>
            <a:ext cx="272415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 packages, delete files, migrations, or public API changes.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3665A6-D724-4235-A413-BD00899C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52900"/>
            <a:ext cx="3143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DBB2C3-DD4F-42D3-9885-4C470D36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529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75B15F-6195-41B0-9985-D20ADE42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27241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Never alone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E770BF-E9C4-4100-A85B-29976A15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6291"/>
            <a:ext cx="272415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Secrets, production data, releases, or protected branches.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13DFE3-18F2-4EDA-BC63-B9361EE2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04BEA9-2886-4A7B-B450-C4C54E0E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95975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Boundaries make Copilot safer and make the search space smaller.</a:t>
            </a:r>
          </a:p>
        </p:txBody>
      </p:sp>
    </p:spTree>
    <p:extLst>
      <p:ext uri="{BB962C8B-B14F-4D97-AF65-F5344CB8AC3E}">
        <p14:creationId xmlns:p14="http://schemas.microsoft.com/office/powerpoint/2010/main" val="19731098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F74E95-9376-4125-A7DA-709A07A5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E56CA-99CA-49B7-802C-26C2D484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FE85C-84F0-439D-B499-06D3ECBB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SKILLS AND PLAYBOOKS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E0591-E272-44D0-BD0D-17F1A1F5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Skills teach repeatable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D3CC0-98C3-40F3-B213-16BC18E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GitHub Docs: Copilot customization cheat sheet | Matt Pocock skills repo: diagnose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ACC21-83DA-4F72-A52C-77BAEBC3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ba8ca9a9543eb"/>
          <a:srcRect xmlns:a="http://schemas.openxmlformats.org/drawingml/2006/main" l="413" t="0" r="4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4DFC7-2D46-4DAB-BD82-4432A92E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607EE-3DC1-4DDF-B1A6-6D262007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24A7-5EC9-4E9D-9BC3-342B58E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381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D3F50-A6F1-4D17-8448-D8432026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8CCE0-3E0C-4533-9882-E93BC2FD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Instructions define the rules. Skills define the moves.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FBC89-6F98-4EB9-8435-E216856E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6B723A-4E6C-433C-837E-BF2B981F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844B-1011-4B4A-8CF0-A4F706D7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Before 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F15984-EB91-4FDD-9724-EB402D55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949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Stress-test the plan, scope, and missing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D033FA-275B-4802-9638-56720336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3823F-DE49-4BAD-86B4-C0020ED5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DF121-B5AB-4B20-9A93-87D6638A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After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0BE2E-84CA-42AA-A2FC-FCAA301F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674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Diagnose the generated feature and hunt for bugs.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7013A-D341-4102-A537-880A7CD8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2A76E0-9554-4A98-B6BA-8DFEE1F0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7A7C4-9E71-429E-98A7-EE8AB76A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9624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During review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10A7E-C102-4919-987D-25A264A5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3991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Check auth, UI, migrations, or release notes with the team recipe.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756804-F4C5-4325-B0DC-A4CB3F21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7377A7-E668-4731-9A3B-362E84BB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grill-me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20AF62-0BF9-4C30-9E24-BA1C991D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6D3B5E-E6CF-4371-B20D-67DA4B31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27FCAF-500A-4932-AC7E-2A78428B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0AEB31-48E0-477D-BB10-D27CEB0D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review-auth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07036-B3DD-4220-90E3-D067B47A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44B77A-6852-4D77-ABDF-16B78BE1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ui-smoke</a:t>
            </a:r>
          </a:p>
        </p:txBody>
      </p:sp>
    </p:spTree>
    <p:extLst>
      <p:ext uri="{BB962C8B-B14F-4D97-AF65-F5344CB8AC3E}">
        <p14:creationId xmlns:p14="http://schemas.microsoft.com/office/powerpoint/2010/main" val="6479469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963BB3-49B4-49B3-9DD5-E5926580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87530-4B3C-47F2-AFEF-636664DE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17643-9FCD-44A4-B6C9-08A9A5B4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TEAM HABITS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3F1B7-4084-4967-B6A3-430F20E2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harness captures how your team works.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854F9-9A08-47EC-AC0B-A78DFAFD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117F94-7D40-47D1-A545-A49E188D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272d9b0e44eec"/>
          <a:srcRect xmlns:a="http://schemas.openxmlformats.org/drawingml/2006/main" l="0" t="1738" r="0" b="1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8C0EF-98D5-4D7B-81CA-0F489359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7BA0A-42EA-4EF2-82D9-4505D7DD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F7920-B5C6-41F3-898B-281C9E02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F40F8-2002-4AC9-9053-FE28A14B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38D2D-4330-47A3-ADBB-31A18887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Bug triage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AD01F-5E09-47A8-A302-BD855CFC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636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Start with evidence, owner, repro, and one likely surface.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D7032F-5366-4301-A341-64952B84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3B2FEA-65A5-45F2-9E67-48A8F1AC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31296-1EA2-4CC5-B3D8-1AA198A4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Migration 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8C8C1-00C1-43FE-9D19-B681EFF0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636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Dry-run first. Human approval before data-changing commands.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E96E2D-3A3F-4D57-AE07-90D61F9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C7F41A-D7BF-47CC-B48C-A4E22F36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12D938-122F-46D3-A89E-688317CB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UI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9C2609-FDFC-4D5F-B779-5538CC94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47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the app, inspect the screen, capture the visual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B1C7DD-7F6E-44BB-A0D1-03D3B282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EA6943-E059-4548-AADF-CA9F175A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5A7F3-F040-4BD9-A905-7122A12E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E1CA38-0FC8-43DD-8843-BB77ADCA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447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Summarize evidence, behavior changes, checks, and risk.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270391-08D0-479B-86D0-72149015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5310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34063-972A-45FB-8715-CD28DA26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76925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If the team repeats a move, make it part of the harness.</a:t>
            </a:r>
          </a:p>
        </p:txBody>
      </p:sp>
    </p:spTree>
    <p:extLst>
      <p:ext uri="{BB962C8B-B14F-4D97-AF65-F5344CB8AC3E}">
        <p14:creationId xmlns:p14="http://schemas.microsoft.com/office/powerpoint/2010/main" val="2483301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AC5025-43C6-470E-91E1-DECAD7BF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5BAED-3D17-49CA-B234-49DCB7ED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BD9E2-D3C7-431D-A7AF-9E2206B4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TOOLS: SCRIPTS AGENTS CAN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F4606-E0B9-4E43-9972-681A409F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Give Copilot safe paths through verification.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72E22-97A9-41A7-85E4-BDD5B4D9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A45D0-7AFF-4264-A871-77E8E1CE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298a6c655447b"/>
          <a:srcRect xmlns:a="http://schemas.openxmlformats.org/drawingml/2006/main" l="0" t="1435" r="0" b="14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63047-3635-43A0-85B3-01C2B9A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D624B-223F-458A-8B5D-3467EE46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C023E-3470-49E4-9D06-A3D65A61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457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BFDB75-5414-4A32-BCC5-E818A592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4BF2BE-20CE-4EC3-9FEB-EBA34AAF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named script is better than asking the agent to invent the right command.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77998-64C5-4AAB-901F-79C5B43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97774-E1E4-4364-B8F9-2A72461D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rPr>
              <a:t>npm run test:changed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FB102-869E-45A2-8CBA-7ADB16EF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432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only tests related to changed files.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CA187B-F9D1-4F3C-ADE0-FAAE4DDF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5F8D4F-4F42-4896-89B0-2DC4DCF8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243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npm run agent:verify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BCD4C5-FAA6-432E-AB94-F1471522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290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Bundle typecheck, lint report, tests, and smoke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514D8-B62B-42A6-99B3-751B2D2E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202A64-20BB-4CD1-86A6-C4D5AD65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npm run smoke:local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CE2DA-AB5F-4A07-9B38-FF0246F0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148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Open the app path and confirm the main behavior still works.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81434F-1238-4EB0-9E9C-EF344DF0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86350"/>
            <a:ext cx="4457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32F424-ABF6-4891-85B3-24AD7707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npm run check:pr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8CC04E-4173-4AAF-8C0C-424CB561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006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Collect review evidence before merging.</a:t>
            </a:r>
          </a:p>
        </p:txBody>
      </p:sp>
    </p:spTree>
    <p:extLst>
      <p:ext uri="{BB962C8B-B14F-4D97-AF65-F5344CB8AC3E}">
        <p14:creationId xmlns:p14="http://schemas.microsoft.com/office/powerpoint/2010/main" val="205815261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B43FF4-6193-49D5-9D25-2FC8A430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73D71-EAFD-4C54-9072-8D655915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419E1-8EFC-4906-9DB3-072C02EB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SOFT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121F6-7FAF-4EBF-91DD-370C5E97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Warnings can be a useful middle ground.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06A49-450A-42CA-9EF8-8EA25883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B7A83D-6B5F-49CA-A830-30195761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493c95dfc4469"/>
          <a:srcRect xmlns:a="http://schemas.openxmlformats.org/drawingml/2006/main" l="0" t="282" r="0" b="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D7464-E904-4597-883C-572319A1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196F7-23FD-4723-A23E-876A3DF0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01296-00FE-45C8-865B-8BA356CE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381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E47725-61D7-4507-8D6B-7781DCC8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D2EE6-AB8D-4A0D-8D7B-8B52B3BB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Not every repo has hard lint gates. Agents still need feedback.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F7624-EB0F-46C8-B47D-3677BE1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2057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EFF7C-527D-4438-B58D-9F080A9B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E3524-7E5D-427A-B59F-A628C6E3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6383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Hard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414B8A-9E6D-45C8-8BDD-4D0305D0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8541"/>
            <a:ext cx="163830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Blocks merge when the repo already enforces the rule.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25FA63-1671-494E-97DB-1A9477AD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05150"/>
            <a:ext cx="2057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30DE43-99E8-47EF-BEB9-316C981D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640025-D53E-4021-9310-0ABAAC04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57550"/>
            <a:ext cx="16383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Soft 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6CAE02-2953-4873-B5B1-4A6F6ACD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68541"/>
            <a:ext cx="163830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Returns warnings so Copilot can fix obvious issues without stopping.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DC033A-3EB7-49AE-A324-C83BB942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E6292F-FF4C-4551-98A3-AA5234BA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unused code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539023-72C1-4130-94E3-BF13400D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25B93-476E-4829-A233-F7516D23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unsafe any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4F3A82-DAC6-4F94-AD3C-7A494971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593053-F21E-4FC8-AB66-248A12FE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accessibility hints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C4A0F4-040F-4E88-9C2E-2B5C3A90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591934-6354-431B-8DD0-34B9E628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slow tests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C983B8-3EA1-45C8-90B0-F1A17AF9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54A997-B416-4545-8644-7207D5D1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wide diff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9CDDEE-EFFE-4136-9C07-8AE036BB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A9AFEF-96B7-44C7-AF59-3A9036C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895975"/>
            <a:ext cx="769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3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3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 soft check is not permission to ignore quality. It is a way to surface quality earlier.</a:t>
            </a:r>
          </a:p>
        </p:txBody>
      </p:sp>
    </p:spTree>
    <p:extLst>
      <p:ext uri="{BB962C8B-B14F-4D97-AF65-F5344CB8AC3E}">
        <p14:creationId xmlns:p14="http://schemas.microsoft.com/office/powerpoint/2010/main" val="161964164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1A4121-3A63-450B-85DC-697A01AB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0AAC2-0B8D-4A55-9CD6-B73AA7DD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AD97E-CE85-4A61-8EE1-862BD785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CHECKS: AFTER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39503-25EB-4C67-AE82-DEF58BC2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619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Inspect before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D46F6-DC58-4E1D-A09D-B8915857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FFA1D-B032-4130-AFA2-D1D07FDA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46f0dd85c45ee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A525A-6E2F-401F-9DC2-4FECBEA2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F30AD-E08C-4C33-9AC1-413F31A0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57565-D0D4-46C7-9606-A75EE692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4BB14-CA3D-4477-9B98-06131EF6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04FAA-E13A-4747-A362-AE802450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Generate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BC931-F309-4D9D-A345-6893DE5D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824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edits code inside the task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728B0-7750-4D66-A144-92457607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AC00F-FA7E-4AD6-8C18-B695B741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018DD-1943-48B1-BC91-7AC876FF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C8942-A83F-4636-BE1E-B3C590A9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Run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A2B71-91F6-46E0-9BAE-925CF315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824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 tests, soft lint, typecheck, and smoke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2D30B-A79F-4122-9D49-EB2DF161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F2E14-A79E-4999-A595-5B68E4D5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6089F7-98D9-4C55-9100-C0178EF5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8144D-3D06-4244-8CA8-EB9F2F7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58E22-8FB9-4D97-BC74-43177B34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7824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Use a review or debug skill to look for likely bugs.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0BD0F7-7F01-4656-BB66-1ADC40F7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B0FBCB-2996-4E50-A43A-A7DF7DD4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2324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762DE2-F76B-4E31-89F8-694CEDEB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75AF5D-7D6B-428C-B079-75F3CC45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667250"/>
            <a:ext cx="19050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02D735-36E1-4E24-B06C-2D0059FB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78241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Evidence, changes, checks, gaps, and risk.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3E5BD5-E7B9-4710-8E4B-1282D253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6504F1-B636-4875-ACDD-3DD69149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8055A6-CC60-4982-8FEF-A86D3FC0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Human review starts from evidence, not from a confident summary.</a:t>
            </a:r>
          </a:p>
        </p:txBody>
      </p:sp>
    </p:spTree>
    <p:extLst>
      <p:ext uri="{BB962C8B-B14F-4D97-AF65-F5344CB8AC3E}">
        <p14:creationId xmlns:p14="http://schemas.microsoft.com/office/powerpoint/2010/main" val="55393957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E68932-0E95-4F32-84B7-7E0DDEF1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FB87E-C002-4FE3-9D1D-4DF80329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F17D2-E456-47AF-A759-DD4D02E9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77A09-BC4C-45BA-9B7C-8DED344F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When Copilot fails, improve the harness.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A9A62-07AE-409E-B483-045D4207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544B6-EE5B-4B65-ADFD-C5C74162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8242c72ed4351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F70F4-C0C2-4897-9DE9-7454C5F0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15DFE-1CF0-4A66-9DA0-15523ADB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86450-CE0F-44EA-99BD-6299BD57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6A78F-BAB9-4203-BBD1-7002D088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Failure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E3D95-6C01-445E-9555-8204536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B6A10-28B8-4776-B604-B7CAD577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4161A-C3BF-448A-80FF-01E41999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Cause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FCEC0-9796-4ED6-AC9C-821D21B5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F0E688-4322-413C-A103-27E403DE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9B2466-8C23-415C-82E0-91A35830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Harness 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D7A64-3962-441A-A810-D57EC818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5A1E6D-B379-4C98-843A-2C756F6E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791599-6B27-4A38-AC4F-52E7F20E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Next session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01DA3C-4B70-49AD-BD53-D28BF2F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224485-D9E0-48A8-816F-5FAC1504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10151-AD7A-4C44-B662-ED9C3FF4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Missing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ED854E-E087-4DF4-848F-4AADCBDD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23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an instruction or path rule.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31FF98-8431-4AC4-9CE9-C95B95FD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25A148-3DAA-4C8C-A327-E2CEC8E0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5589DA-AEFF-43D1-A33A-2630E2BF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813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Wrong command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715C29-4E19-42A6-A4F9-B370DFCB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923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or document a script.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BEE1F2-FA83-43A7-8096-62D1546B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441B44-C824-4350-82B5-BAE71FEF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7307AD-BFA0-4770-B93B-B9950750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Weak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8850E0-640E-4145-9A1D-726A19F7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10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focused test or smoke check.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0AE33B-E2BB-4560-8E9D-62BD8E94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576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9247B8-1ECC-4F9D-BF14-C35E4F06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576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0BD99F-7BFE-4A68-B0CD-DB55AE19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10050"/>
            <a:ext cx="1771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Bad review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5E6673-6247-47EE-9B09-6E9A15E5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21041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checklist or diagnostic skill.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A2A782-FCDF-46D8-A1DA-B2DAE4FA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71EBBC-137D-4F5C-A600-F1E26CB5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95975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Do not only fix the prompt. Fix the system that shaped the prompt.</a:t>
            </a:r>
          </a:p>
        </p:txBody>
      </p:sp>
    </p:spTree>
    <p:extLst>
      <p:ext uri="{BB962C8B-B14F-4D97-AF65-F5344CB8AC3E}">
        <p14:creationId xmlns:p14="http://schemas.microsoft.com/office/powerpoint/2010/main" val="20467997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DEB69-0D51-40E1-93C4-922CE3BD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4CE59-A2F9-40E1-B6F1-06D15289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94F91-A2AA-4AF3-B236-CA65EA6E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B0A1B-E937-47B8-A4AC-7E063868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Make AI work inspectable.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EFF25-FAB9-497B-A185-FFFF7CE1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B0E6A5-3A7E-4D0F-A916-3E7FAF26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58f910fe540f4"/>
          <a:srcRect xmlns:a="http://schemas.openxmlformats.org/drawingml/2006/main" l="0" t="914" r="0" b="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9B944-FEB9-4134-BB73-9BD3F950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0BCD10-8DD8-417B-89FB-7F4797C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3F0FB-4513-41F8-8CE5-FD8C42BA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2F40A-11A8-4E57-AE8E-95A0D190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83BA4-8AA7-4A08-A4AB-5837F464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Bounded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C7C62C-783C-479A-85F3-D73606E7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98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 and permissions define the work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95B74-E199-4AC5-9B9F-18F616A6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1BC25-321B-4062-A8D5-8CF3BCA7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AD0FE-1309-42E6-BDA8-01ACCACD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Visible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FEEEB-8FA9-4CB3-9C7F-6C59EB6E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949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 and scripts expose the path the agent followed.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2E1119-ED6A-4B17-8B15-851FF275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D9E291-CC84-4044-82FC-18119DA6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C2044-9722-40BE-8024-53521C2B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E0E0D2-18BF-4B98-A3BE-D1E52840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91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soft reports, diagnostics, and review prove the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544A59-06D1-43FB-B60E-0A2285DF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8610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46E74-C94C-41CA-9094-F1375568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6EE8E-DBA1-4240-A2F2-BCC492EF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753100"/>
            <a:ext cx="777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The goal is not to trust Copilot more. The goal is to make the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83504072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BA5770-EE4B-47B5-B6DC-A09370EC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F489E-1E60-4E55-9A13-AE05D4BA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C9E85-DC8B-4494-8C83-F2FB10E6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PRESENTER APPENDIX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310DA-5E7C-4308-AD52-55FDF334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Fidelity Tasks VS Code demo cue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7FB1C-0B97-49CD-9FFB-D0473AED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24EBA7-F6DA-4557-9605-BE001C0D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0059C-BCC7-440C-BB1E-F96889E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0782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0E36C-F7C8-4BE3-BF35-D1CCC8AE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361AC-ED99-4379-8154-CF24AD4E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Open the Fidelity Tasks repo and show the harness parts in this order.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0CA78-575F-4720-81E9-BC0AE970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60C77-0165-4414-A214-C060909B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CAEE1-10C2-428F-BC47-C4463A0C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9C272-222E-4419-BE43-E9A854CA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827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instructions and path-specific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9B84C-9335-4441-9ED8-CF2E3768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62E97-7A16-4087-9E7D-E367A1A0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DC099C-D778-4DC6-90BD-C822DF24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21BBE-E1C5-4B43-A47F-B2B63169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827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Skills/playbooks such as planning, grilling, diagnosis, and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C1C782-F238-442E-9892-57E1353B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658654-8BDF-4139-B8EF-922D0FC9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344C22-4981-44B2-9C05-DC473CAF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72D75F-A4F0-4385-A7C4-CB87294E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638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Changed-test script, heavy soft-lint/report script, and smoke command.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F46974-37F3-4079-B05B-AF0CDDF1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60DEDF-6B80-4C5B-849D-5ACBC77D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5E0B5B-C6AE-4E60-9757-B38F5757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0EC6B-2031-499D-9320-7713AF37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38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Post-generation diagnostic pass and human review checklist.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73E324-592B-4110-9381-DCEA6F0F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722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Presenter-only slide. Not included in Ara narration.</a:t>
            </a:r>
          </a:p>
        </p:txBody>
      </p:sp>
    </p:spTree>
    <p:extLst>
      <p:ext uri="{BB962C8B-B14F-4D97-AF65-F5344CB8AC3E}">
        <p14:creationId xmlns:p14="http://schemas.microsoft.com/office/powerpoint/2010/main" val="4267521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2026-05-27T15:25:27.1080000Z</dcterms:created>
  <dcterms:modified xsi:type="dcterms:W3CDTF">2026-05-27T15:25:27.1080000Z</dcterms:modified>
</coreProperties>
</file>