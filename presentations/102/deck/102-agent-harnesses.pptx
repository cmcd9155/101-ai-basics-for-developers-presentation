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e4c133b0114fae" /><Relationship Type="http://schemas.openxmlformats.org/officeDocument/2006/relationships/extended-properties" Target="/docProps/app.xml" Id="Rd7c5c2d7aba842c1" /><Relationship Type="http://schemas.openxmlformats.org/officeDocument/2006/relationships/officeDocument" Target="/ppt/presentation.xml" Id="Rad20765e631741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49165a1ec44f92"/>
  </p:sldMasterIdLst>
  <p:notesMasterIdLst>
    <p:notesMasterId xmlns:r="http://schemas.openxmlformats.org/officeDocument/2006/relationships" r:id="R784b4debf8604747"/>
  </p:notesMasterIdLst>
  <p:sldIdLst>
    <p:sldId xmlns:r="http://schemas.openxmlformats.org/officeDocument/2006/relationships" id="256" r:id="Re1cf27f002644d91"/>
    <p:sldId xmlns:r="http://schemas.openxmlformats.org/officeDocument/2006/relationships" id="257" r:id="Rb6a715c1ec084a89"/>
    <p:sldId xmlns:r="http://schemas.openxmlformats.org/officeDocument/2006/relationships" id="258" r:id="Rb7cdf6c78c1f4e59"/>
    <p:sldId xmlns:r="http://schemas.openxmlformats.org/officeDocument/2006/relationships" id="259" r:id="Re4de6de7d5534c4b"/>
    <p:sldId xmlns:r="http://schemas.openxmlformats.org/officeDocument/2006/relationships" id="260" r:id="R830812af97404dba"/>
    <p:sldId xmlns:r="http://schemas.openxmlformats.org/officeDocument/2006/relationships" id="261" r:id="Rc447a6f589bb4eca"/>
    <p:sldId xmlns:r="http://schemas.openxmlformats.org/officeDocument/2006/relationships" id="262" r:id="Rfad216cf696d4608"/>
    <p:sldId xmlns:r="http://schemas.openxmlformats.org/officeDocument/2006/relationships" id="263" r:id="Rbb8e8eacdf654aaa"/>
    <p:sldId xmlns:r="http://schemas.openxmlformats.org/officeDocument/2006/relationships" id="264" r:id="Rce4f77db0dab4333"/>
    <p:sldId xmlns:r="http://schemas.openxmlformats.org/officeDocument/2006/relationships" id="265" r:id="R87aefe13c26342fe"/>
    <p:sldId xmlns:r="http://schemas.openxmlformats.org/officeDocument/2006/relationships" id="266" r:id="R36ef25ad3de84d34"/>
    <p:sldId xmlns:r="http://schemas.openxmlformats.org/officeDocument/2006/relationships" id="267" r:id="Rf8045f120cae4869"/>
    <p:sldId xmlns:r="http://schemas.openxmlformats.org/officeDocument/2006/relationships" id="268" r:id="Rbab7d458f9da407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49165a1ec44f92" /><Relationship Type="http://schemas.openxmlformats.org/officeDocument/2006/relationships/theme" Target="/ppt/theme/theme1.xml" Id="R2c9f714e10124083" /><Relationship Type="http://schemas.openxmlformats.org/officeDocument/2006/relationships/notesMaster" Target="/ppt/notesMasters/notesMaster1.xml" Id="R784b4debf8604747" /><Relationship Type="http://schemas.openxmlformats.org/officeDocument/2006/relationships/presProps" Target="/ppt/presProps.xml" Id="R6351730956de4a47" /><Relationship Type="http://schemas.openxmlformats.org/officeDocument/2006/relationships/viewProps" Target="/ppt/viewProps.xml" Id="R6e4c8e7f18314bd2" /><Relationship Type="http://schemas.openxmlformats.org/officeDocument/2006/relationships/tableStyles" Target="/ppt/tableStyles.xml" Id="R40cea6b1341444b6" /><Relationship Type="http://schemas.openxmlformats.org/officeDocument/2006/relationships/slide" Target="/ppt/slides/slide1.xml" Id="Re1cf27f002644d91" /><Relationship Type="http://schemas.openxmlformats.org/officeDocument/2006/relationships/slide" Target="/ppt/slides/slide2.xml" Id="Rb6a715c1ec084a89" /><Relationship Type="http://schemas.openxmlformats.org/officeDocument/2006/relationships/slide" Target="/ppt/slides/slide3.xml" Id="Rb7cdf6c78c1f4e59" /><Relationship Type="http://schemas.openxmlformats.org/officeDocument/2006/relationships/slide" Target="/ppt/slides/slide4.xml" Id="Re4de6de7d5534c4b" /><Relationship Type="http://schemas.openxmlformats.org/officeDocument/2006/relationships/slide" Target="/ppt/slides/slide5.xml" Id="R830812af97404dba" /><Relationship Type="http://schemas.openxmlformats.org/officeDocument/2006/relationships/slide" Target="/ppt/slides/slide6.xml" Id="Rc447a6f589bb4eca" /><Relationship Type="http://schemas.openxmlformats.org/officeDocument/2006/relationships/slide" Target="/ppt/slides/slide7.xml" Id="Rfad216cf696d4608" /><Relationship Type="http://schemas.openxmlformats.org/officeDocument/2006/relationships/slide" Target="/ppt/slides/slide8.xml" Id="Rbb8e8eacdf654aaa" /><Relationship Type="http://schemas.openxmlformats.org/officeDocument/2006/relationships/slide" Target="/ppt/slides/slide9.xml" Id="Rce4f77db0dab4333" /><Relationship Type="http://schemas.openxmlformats.org/officeDocument/2006/relationships/slide" Target="/ppt/slides/slide10.xml" Id="R87aefe13c26342fe" /><Relationship Type="http://schemas.openxmlformats.org/officeDocument/2006/relationships/slide" Target="/ppt/slides/slide11.xml" Id="R36ef25ad3de84d34" /><Relationship Type="http://schemas.openxmlformats.org/officeDocument/2006/relationships/slide" Target="/ppt/slides/slide12.xml" Id="Rf8045f120cae4869" /><Relationship Type="http://schemas.openxmlformats.org/officeDocument/2006/relationships/slide" Target="/ppt/slides/slide13.xml" Id="Rbab7d458f9da40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d1b02cbca604b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0e608ffe734541" /><Relationship Type="http://schemas.openxmlformats.org/officeDocument/2006/relationships/notesMaster" Target="/ppt/notesMasters/notesMaster1.xml" Id="Rd59a738f56b844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85edc70d404338" /><Relationship Type="http://schemas.openxmlformats.org/officeDocument/2006/relationships/notesMaster" Target="/ppt/notesMasters/notesMaster1.xml" Id="R0de8a0660fc048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2c14e051f04d9a" /><Relationship Type="http://schemas.openxmlformats.org/officeDocument/2006/relationships/notesMaster" Target="/ppt/notesMasters/notesMaster1.xml" Id="R705d65ba414f47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0c2d0ae9ed450c" /><Relationship Type="http://schemas.openxmlformats.org/officeDocument/2006/relationships/notesMaster" Target="/ppt/notesMasters/notesMaster1.xml" Id="R57dcf1052af744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f6169fa9d54fd8" /><Relationship Type="http://schemas.openxmlformats.org/officeDocument/2006/relationships/notesMaster" Target="/ppt/notesMasters/notesMaster1.xml" Id="R13c1aa2bbfff41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bbb270491a4b18" /><Relationship Type="http://schemas.openxmlformats.org/officeDocument/2006/relationships/notesMaster" Target="/ppt/notesMasters/notesMaster1.xml" Id="R0c7f1c03bd0d45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5719fd45ce4778" /><Relationship Type="http://schemas.openxmlformats.org/officeDocument/2006/relationships/notesMaster" Target="/ppt/notesMasters/notesMaster1.xml" Id="R1dbc20aa05b24d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4930941e4442f2" /><Relationship Type="http://schemas.openxmlformats.org/officeDocument/2006/relationships/notesMaster" Target="/ppt/notesMasters/notesMaster1.xml" Id="R8d9536838d5f46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d3015f7b1748bf" /><Relationship Type="http://schemas.openxmlformats.org/officeDocument/2006/relationships/notesMaster" Target="/ppt/notesMasters/notesMaster1.xml" Id="R17366632a0084d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dd39b91d934a8a" /><Relationship Type="http://schemas.openxmlformats.org/officeDocument/2006/relationships/notesMaster" Target="/ppt/notesMasters/notesMaster1.xml" Id="Rcca9d2d4bcec40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230c167b524669" /><Relationship Type="http://schemas.openxmlformats.org/officeDocument/2006/relationships/notesMaster" Target="/ppt/notesMasters/notesMaster1.xml" Id="Red3396b608864e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2f1be89ba74d71" /><Relationship Type="http://schemas.openxmlformats.org/officeDocument/2006/relationships/notesMaster" Target="/ppt/notesMasters/notesMaster1.xml" Id="R2c5412206b9e4a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b436bb6a7b4e62" /><Relationship Type="http://schemas.openxmlformats.org/officeDocument/2006/relationships/notesMaster" Target="/ppt/notesMasters/notesMaster1.xml" Id="Ra38e6a4e6c2548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bc370ed1064b9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fec6f36142049f6" /><Relationship Type="http://schemas.openxmlformats.org/officeDocument/2006/relationships/slideLayout" Target="/ppt/slideLayouts/slideLayout2.xml" Id="R2367f5353a5646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67f5353a5646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a366f0e1ad403a" /><Relationship Type="http://schemas.openxmlformats.org/officeDocument/2006/relationships/image" Target="/ppt/media/image.jpeg" Id="R838592f6ca7c4761" /><Relationship Type="http://schemas.openxmlformats.org/officeDocument/2006/relationships/notesSlide" Target="/ppt/notesSlides/notesSlide1.xml" Id="R4d881fef5b9340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c0fe0c858346ad" /><Relationship Type="http://schemas.openxmlformats.org/officeDocument/2006/relationships/image" Target="/ppt/media/image2.jpeg" Id="R4ca7969ea7764e9d" /><Relationship Type="http://schemas.openxmlformats.org/officeDocument/2006/relationships/notesSlide" Target="/ppt/notesSlides/notesSlide2.xml" Id="Rb6aaadedf0f14c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2dc1969ead4a7d" /><Relationship Type="http://schemas.openxmlformats.org/officeDocument/2006/relationships/image" Target="/ppt/media/image3.jpeg" Id="Rf54c994a6dfc4294" /><Relationship Type="http://schemas.openxmlformats.org/officeDocument/2006/relationships/notesSlide" Target="/ppt/notesSlides/notesSlide3.xml" Id="Re178705179e246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6fcb7433c04ae9" /><Relationship Type="http://schemas.openxmlformats.org/officeDocument/2006/relationships/image" Target="/ppt/media/image4.jpeg" Id="R38e7f0ef7210439c" /><Relationship Type="http://schemas.openxmlformats.org/officeDocument/2006/relationships/notesSlide" Target="/ppt/notesSlides/notesSlide4.xml" Id="Rbd68c653bede48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899007a6dc4eda" /><Relationship Type="http://schemas.openxmlformats.org/officeDocument/2006/relationships/image" Target="/ppt/media/image5.jpeg" Id="R5228f90267b4476a" /><Relationship Type="http://schemas.openxmlformats.org/officeDocument/2006/relationships/notesSlide" Target="/ppt/notesSlides/notesSlide5.xml" Id="Ra486d329baab49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dfd9139de444e7" /><Relationship Type="http://schemas.openxmlformats.org/officeDocument/2006/relationships/image" Target="/ppt/media/image6.jpeg" Id="Reeeebb471683406e" /><Relationship Type="http://schemas.openxmlformats.org/officeDocument/2006/relationships/notesSlide" Target="/ppt/notesSlides/notesSlide6.xml" Id="R6633ff51e1a146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7b6283ac3342ee" /><Relationship Type="http://schemas.openxmlformats.org/officeDocument/2006/relationships/image" Target="/ppt/media/image7.jpeg" Id="R560b231c179843bd" /><Relationship Type="http://schemas.openxmlformats.org/officeDocument/2006/relationships/notesSlide" Target="/ppt/notesSlides/notesSlide7.xml" Id="R1e36189429ca46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887ea27a9c4fbc" /><Relationship Type="http://schemas.openxmlformats.org/officeDocument/2006/relationships/image" Target="/ppt/media/image8.jpeg" Id="R90c077ae359a4f9e" /><Relationship Type="http://schemas.openxmlformats.org/officeDocument/2006/relationships/notesSlide" Target="/ppt/notesSlides/notesSlide8.xml" Id="R6055093810de4b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b8902159d94d28" /><Relationship Type="http://schemas.openxmlformats.org/officeDocument/2006/relationships/image" Target="/ppt/media/image9.jpeg" Id="Re8dd799bc6504af5" /><Relationship Type="http://schemas.openxmlformats.org/officeDocument/2006/relationships/notesSlide" Target="/ppt/notesSlides/notesSlide9.xml" Id="R9bd34c959d9c4f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5a5a2fd50947de" /><Relationship Type="http://schemas.openxmlformats.org/officeDocument/2006/relationships/image" Target="/ppt/media/image10.jpeg" Id="R37b20d8810644ece" /><Relationship Type="http://schemas.openxmlformats.org/officeDocument/2006/relationships/notesSlide" Target="/ppt/notesSlides/notesSlide10.xml" Id="R14739d17a48f40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3a096c987c46cf" /><Relationship Type="http://schemas.openxmlformats.org/officeDocument/2006/relationships/image" Target="/ppt/media/image11.jpeg" Id="R7bef57e994a84320" /><Relationship Type="http://schemas.openxmlformats.org/officeDocument/2006/relationships/notesSlide" Target="/ppt/notesSlides/notesSlide11.xml" Id="R8448118ce2e44c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676e74bf6b4002" /><Relationship Type="http://schemas.openxmlformats.org/officeDocument/2006/relationships/image" Target="/ppt/media/image12.jpeg" Id="R23dd86f415e44350" /><Relationship Type="http://schemas.openxmlformats.org/officeDocument/2006/relationships/notesSlide" Target="/ppt/notesSlides/notesSlide12.xml" Id="R8df3b0bf6d6c4f1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de70e8cbcf4709" /><Relationship Type="http://schemas.openxmlformats.org/officeDocument/2006/relationships/notesSlide" Target="/ppt/notesSlides/notesSlide13.xml" Id="R0429bb3ba9c043a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592f6ca7c4761"/>
          <a:srcRect xmlns:a="http://schemas.openxmlformats.org/drawingml/2006/main" l="1515" t="0" r="15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39FBA-0151-44E4-A2B0-F0327311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362E9B-94BD-4D03-B47C-68D49ED6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CDF45-42D7-4D7C-A851-B30AF7B9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752D1-DEFE-4145-AE73-39082CBA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3333"/>
            </a:srgbClr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234D2-40E0-47AC-A63B-374AD6D8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DBA661-1D0E-49AB-9D6F-411B3B1A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15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AI BASICS 102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DA832-ABBD-411E-A8CC-C9D12845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90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48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Agent Harnesses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E2A9A-D7BA-4EA2-AEEE-FC08676E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81350"/>
            <a:ext cx="476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8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68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How teams keep Copilot useful, bounded, and reviewable.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EF0792-9413-4564-8DCD-DA33BDEA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8C127A-D602-4493-963E-1BF0778E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EA756-8A4E-481D-A7B0-10868D7D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5A818E-30E1-4DC2-A974-E4B57BFC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B47F7D-5B35-4B19-AB6B-D644F7A1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60DA58-F725-4F05-ADFB-09235FA8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39CD64-6DFD-4955-9A26-1F67EB02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62915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43540A-28CD-46F6-8444-7EB471D1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9582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16BB49-2B8F-45D0-A8A3-15918F22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457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20 minutes | VS Code + GitHub Copilot framing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13A841-8856-45BF-ACF0-195E6A87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2974385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4DF45A-20E8-42FC-8422-F467123E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4A403-031B-4042-8AA9-248A2FB2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94FE4-09C1-4FC0-97AD-3498351E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PROMPTING IS NOT ENOUGH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A1CAE3-2B76-4D0A-BE9F-F02511EC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90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 good prompt helps once. A harness helps every session.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B0DE2-40B2-4F6F-8D92-730FF791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6AB7B-7693-4908-A22D-D203E6AB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a7969ea7764e9d"/>
          <a:srcRect xmlns:a="http://schemas.openxmlformats.org/drawingml/2006/main" l="2184" t="0" r="21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1FACC3-95D6-40BD-9F82-CD8C19D9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C4687-4C26-419A-913C-95CB6676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51435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FC8DF8-D95C-4C79-A747-3948A32C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953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A0121-B85B-492B-93AB-CFA8BCA0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533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defRPr>
            </a:pPr>
            <a:r>
              <a: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rPr>
              <a:t>The repo should carry the rules, checks, and habits the agent should not rediscover.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36C19-FFF3-48BD-99E1-74DDBBDC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324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E04C8D-6EBE-40D3-9C40-0CB88D12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9C468A-A749-4C17-918C-1EE74F7F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One session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4E989B-AAAF-4DEE-833C-6BC6B485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Prompt, context, and steering.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F82E61-132E-4B2B-A006-5CD81FFF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90900"/>
            <a:ext cx="2324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2FB4E2-29B8-4F1F-B634-EE1323CC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9090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731E8-8121-4B28-8485-E57FBD71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5623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Every session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050699-14B3-4322-88A7-3E305598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8481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Instructions, skills, scripts, checks, and review habits.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963AA8-2782-473A-A98B-D4986FFF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38800"/>
            <a:ext cx="861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A2A8B8-84AC-46B1-ADD4-6A80128C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91200"/>
            <a:ext cx="781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0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0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goal is not more trust. The goal is more inspectable work.</a:t>
            </a:r>
          </a:p>
        </p:txBody>
      </p:sp>
    </p:spTree>
    <p:extLst>
      <p:ext uri="{BB962C8B-B14F-4D97-AF65-F5344CB8AC3E}">
        <p14:creationId xmlns:p14="http://schemas.microsoft.com/office/powerpoint/2010/main" val="8341446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36E461-6ED8-4424-88E4-124B3AC6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CB5342-3EE2-421B-80F2-B56B154C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83862-F67B-4D05-BDB7-1081C702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THE HARNESS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2E517-CCEC-489D-ACA5-A5658E3D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Use four pieces: rules, moves, tools, checks.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D01E18-0191-4B0C-BED2-4191D320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8A029-F128-4808-A043-F1137F50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c994a6dfc4294"/>
          <a:srcRect xmlns:a="http://schemas.openxmlformats.org/drawingml/2006/main" l="4380" t="0" r="43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77C4F-45DD-4185-81CE-4E5CFB57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CB30C8-BE45-4879-9C2F-98AF2698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819150"/>
            <a:ext cx="5257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34B822-069C-4F78-838B-40778988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B370D-27B6-4077-91C5-6AD6BB1D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66103E-1F3D-415F-9DF8-5249A98B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C5D662-C451-4C9F-936C-11796D9E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Standing instructions and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E04ED6-0B78-40BC-8EB4-2798D6BC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6F29B-60DA-4418-92F9-BB5B5766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9DF5D-91A9-499B-BBBF-2E440817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669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37EF05-4F5F-4AA9-A0F2-A2C9AF22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27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Skills, playbooks, and team procedures.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1DABFC-24B8-431E-83B2-BCAB9F21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174109-03F6-471D-8304-4B0034C8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CF091A-329D-4374-8513-CF6AFE52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A8FC6C-0444-4220-9C4E-958D7E3B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Scripts, commands, and controlled capabilities.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7DACC0-D52F-4F37-ADDE-7A1376E1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2171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6A6E71-2102-4331-AFD2-9CEEBAF6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47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33A596-6B92-44D8-9281-D678CE53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242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A78250-BF44-496C-BA65-85228543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100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Tests, lint reports, diagnostics, and review.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3F2F82-2781-49B7-899F-5E83771E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5143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6C3F7B-F787-458B-BDF6-01438F39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B92CB0-21E4-4B65-B07D-355F089D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14875"/>
            <a:ext cx="438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A harness is the system around Copilot, not one magic prompt.</a:t>
            </a:r>
          </a:p>
        </p:txBody>
      </p:sp>
    </p:spTree>
    <p:extLst>
      <p:ext uri="{BB962C8B-B14F-4D97-AF65-F5344CB8AC3E}">
        <p14:creationId xmlns:p14="http://schemas.microsoft.com/office/powerpoint/2010/main" val="20035656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A85F1-BD66-4C2F-8981-9A8F4A83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6F231-A6B1-4626-B1C8-580CC2BA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EBE1AA-8031-4C7D-A8EE-D51185DA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RULES: COPILOT INSTRUCTIONS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92D9AD-2AC7-4E7F-8A9D-27B8ACA0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Repo instructions are standing orders.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9E0B2-7C8E-4759-A81F-0854DABC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VS Code Docs: Copilot custom instructions | GitHub Docs: customizing Copilot responses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B9769-4EBB-4196-92DB-A7D891E2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e7f0ef7210439c"/>
          <a:srcRect xmlns:a="http://schemas.openxmlformats.org/drawingml/2006/main" l="0" t="410" r="0" b="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D493A-547D-41CD-928C-5D1EEF1A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AE721-9AE2-4757-8C89-8CC4181E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02D4C0-6923-42A7-9FC3-8A0F24AF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438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5EC020-6F93-4DE9-A77D-B0555E77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defRPr>
            </a:pPr>
            <a:r>
              <a: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rPr>
              <a:t>.github/copilot-instructions.md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71464-C034-476A-A00A-9E016557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DB8588-45BF-43B3-A687-6D750F8B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6910B2-743F-4D38-B556-33FB04CF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76575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Write the rules the agent should not guess every time.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03E82-B27E-4A1B-8BB1-A220DD19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38600"/>
            <a:ext cx="2324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6E2D4D-D0B0-4E22-AEAA-233A60FD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386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BDC7F-7C1A-473F-B614-B2818D1A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3163B2-E189-42A2-B154-0EF42254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Package manager, install, build, lint, test, and safe local checks.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E7E50-C74F-4A7B-AEAC-36559E16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38600"/>
            <a:ext cx="2324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F9D601-EA2C-48CB-A14A-B65BB0B4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386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09461D-4F1C-4275-ACE3-A1843F58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2100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Conventions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B4E77A-7DC7-49E4-90BE-4B742F86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95800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Architecture patterns, preferred helpers, naming, errors, and logging.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B63054-663A-473C-AD0A-4EAB7249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2324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4EBB8F-16E5-4891-B9F6-819BFF76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45E2-997E-46A9-AA8A-717A1D1B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006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Boundaries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E26831-98B4-468F-B2F9-92D7E811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Generated files, risky paths, public APIs, secrets, migrations, and deploys.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B17A11-B948-4210-B568-FF826A5F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2324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3949CE-90F9-464D-AC67-1F15E45B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880BA9-1E10-40FB-9E98-4B131B1E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2006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4F04FC-2471-4220-8354-E033D295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486400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What must be verified before Copilot says the work is complete.</a:t>
            </a:r>
          </a:p>
        </p:txBody>
      </p:sp>
    </p:spTree>
    <p:extLst>
      <p:ext uri="{BB962C8B-B14F-4D97-AF65-F5344CB8AC3E}">
        <p14:creationId xmlns:p14="http://schemas.microsoft.com/office/powerpoint/2010/main" val="176457737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979A37-22A9-4993-B090-FCEC7E49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0C5EFD-3FAE-4156-9D73-BC4AB33E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EB469A-0651-4DB1-BB41-62EF4F3B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RULES: BOUNDARIES AND BLAST RADIUS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7F0B4-6A8D-4176-8888-D9567C9D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Different actions deserve different permission.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94CA0F-6925-43C9-A5C7-510936ED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4B30D-FA83-4CA4-8A21-F7275E7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28f90267b4476a"/>
          <a:srcRect xmlns:a="http://schemas.openxmlformats.org/drawingml/2006/main" l="568" t="0" r="5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48FBA-6B75-4513-A316-D8940C4B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C99EC-E680-43A3-A436-70EA62F8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89D5F8-9449-436E-91C5-A654CC1F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1028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F8E41-3057-4938-984D-5A75B245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DEF8CF-47AA-4A68-B4CE-3C3EFB5A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Files, docs, logs, issues.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807FBF-FF76-4879-BDB6-22EFCEDE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33600"/>
            <a:ext cx="1028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1032D8-7EE2-4C79-A391-F8A6A39A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241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Edit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335341-0829-428D-9BCB-7E3D627C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7175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Local code, tests, docs.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69B734-96EE-4DB3-90C0-10C268A4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33600"/>
            <a:ext cx="1028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55DC0-5B65-455E-A60D-AD213FB7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241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9D42F4-4F67-4502-AFFB-D3422E12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Allowlisted commands.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E2C48D-29E2-4A72-B57E-C0D8771D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33600"/>
            <a:ext cx="1028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10E42C-A615-4159-9F23-0FB6C995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241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Ship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911283-FE03-4957-A849-A115CDE3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7175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Deploys, data, merges.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747D1F-278C-40B9-AA26-668DA1B2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481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AD9735-D079-42D8-A29D-26F93125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481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756C7E-88EE-4F8D-84B0-1741852F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960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Allowed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31A463-DE0C-4EBC-97E7-8C400C80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Read code, inspect tests, update focused local files.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49A549-1C59-4886-96CD-1BF29745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481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259982-ACAF-484E-843B-3DF36C1D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481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CB64C5-9CC2-4A79-B7E0-A57E812B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1960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Ask first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C5E705-835C-499E-9D2A-8E675866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053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Install packages, delete files, run migrations, change public APIs.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5F8D07-D5D0-499E-B8BF-8DE96405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481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6AB66E-7775-4A62-91A3-D8889639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481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CFEF3E-285D-492A-8FE9-E447BDEE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1960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Never alone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0931CA-A679-45CE-8691-F978076F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7053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Touch secrets, production data, releases, or protected branches.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CE82A8-AE85-4131-9232-A015B18F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D1000E-5DCF-4C36-9FAD-274128CA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95975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Boundaries make Copilot safer and make the search space smaller.</a:t>
            </a:r>
          </a:p>
        </p:txBody>
      </p:sp>
    </p:spTree>
    <p:extLst>
      <p:ext uri="{BB962C8B-B14F-4D97-AF65-F5344CB8AC3E}">
        <p14:creationId xmlns:p14="http://schemas.microsoft.com/office/powerpoint/2010/main" val="145419073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D3AF72-C753-41DB-A7B3-4DF2511E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A563B4-7B64-4AE4-8250-6DFF122D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360B3-815F-496F-80C7-0D2B9CE8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MOVES: SKILLS AND PLAYBOOKS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82BECC-4270-4CBB-8FBF-8D0C4AEC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Skills teach repeatable moves.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5C0791-01DF-4050-B999-FFA16605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GitHub Docs: Copilot customization cheat sheet | Matt Pocock skills repo: diagnose skill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B1F56-E0AF-466C-B81B-7406DE7C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eebb471683406e"/>
          <a:srcRect xmlns:a="http://schemas.openxmlformats.org/drawingml/2006/main" l="413" t="0" r="4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3647F-FBE3-4039-8637-B1522C30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4CF124-E23E-4712-B9B7-E9C122E0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19150"/>
            <a:ext cx="5715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D86769-5057-410B-9FFA-DCB234B4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381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5CA9C-AE27-4B3E-965A-7EA50E7C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26FF4F-E68D-4D24-BFF2-9FEC5946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Instructions define the rules. Skills define the moves.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0D8E3-AE98-478A-B891-67459C9B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438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91088-2931-4121-82A6-49E3F9D7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C00ADE-7AD6-4E81-9D45-86EBE8C6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396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Before coding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A746D-969B-40FA-B1E6-D1513930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3962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Stress-test the plan, scope, and missing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6F1158-CA78-4CDB-8231-DDB4A44D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38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C75806-A4FE-461C-8348-E24DF0D8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C7115F-74D9-452C-AC9B-3E0C498A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96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After coding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4C9E76-23B4-4348-8473-A74118DB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3962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Diagnose the generated feature and hunt for bugs.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B34B76-C28A-4A84-9422-7075A51D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438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743CB9-A470-4783-A192-C85E2EEC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ACEDB7-9F7F-4D23-ABF4-0335E443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396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During review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CBB1D8-AD33-45A4-B817-AFFE4DBA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3962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Check auth, UI, migrations, or release notes with the team recipe.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20530A-AA7A-45D1-8FE6-FC46B110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620D8D-1F58-459E-AEB8-906FB7DB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grill-me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130560-7076-42B0-B29A-D4DEE03F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A96996-4BC0-4C39-9A48-D0A5BE1E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82EF0F-D016-4962-A870-F1243147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3C8AB5-266C-435B-8245-C37C39B3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review-auth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E29FDA-648F-4E72-BFC2-C9FCEC7F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7625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761B0E-A84C-4322-A3B4-E8D96201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82917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ui-smoke</a:t>
            </a:r>
          </a:p>
        </p:txBody>
      </p:sp>
    </p:spTree>
    <p:extLst>
      <p:ext uri="{BB962C8B-B14F-4D97-AF65-F5344CB8AC3E}">
        <p14:creationId xmlns:p14="http://schemas.microsoft.com/office/powerpoint/2010/main" val="3931612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322375-D9E4-4B57-9EC7-BF515150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BC367A-C9CE-4D4C-9490-58297173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6DFBD-2FCD-4588-87AF-AD3DC07C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MOVES: TEAM HABITS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AFE3B-6030-4436-8F25-E01BE8CA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 harness captures how your team works.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C5A456-079F-4E9E-93ED-115BC239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1B38D4-7C29-4146-A639-B8E9ACBD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b231c179843bd"/>
          <a:srcRect xmlns:a="http://schemas.openxmlformats.org/drawingml/2006/main" l="0" t="1738" r="0" b="1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62196-CE66-4D22-8FCD-BF66471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CF88B-E0A1-4F6A-816D-7CF1B6C0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89A9D8-19F5-4CDB-B226-622B0E82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2343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216E2F-E938-4D75-88D6-778F07C8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24529-FD2D-4FB9-9DAE-900426E5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Bug triage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7AFB42-403C-4662-B025-2018C59E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Start with evidence, owner, repro, and one likely surface.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860B0-9EFF-4912-83A1-077B94CF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76450"/>
            <a:ext cx="2343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5308BE-37A7-4D72-9DC9-E6F0DAB1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764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DFE420-02AD-4C40-97EF-7202613D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479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Migration safety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94B181-F14D-4025-A020-7B7E6219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3365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Dry-run first. Human approval before data-changing commands.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C7CB2A-1C1C-41F9-B113-5EBC5FEB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2343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8A34EB-9271-4B16-8C36-CD00292A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CC9961-EABA-4B5B-8A7F-ABB7052B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UI testing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0A4279-773C-4F6D-81F3-6E98E897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Run the app, inspect the screen, capture the visual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5E9E1-CC2C-4E5D-85D0-0ED39342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62300"/>
            <a:ext cx="2343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66FAEA-2993-4E2D-B729-9C7B2AA8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6230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9B3057-DFF8-49FF-AD4F-84309106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337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PR 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A0C5A6-2742-468C-AF70-D528570A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195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Summarize evidence, changed behavior, checks, and remaining risk.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5EC8A4-FFB5-40E4-9EE6-9A202215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5310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0CF594-9425-491B-87CE-AA013B86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76925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If the team repeats a move, make it part of the harness.</a:t>
            </a:r>
          </a:p>
        </p:txBody>
      </p:sp>
    </p:spTree>
    <p:extLst>
      <p:ext uri="{BB962C8B-B14F-4D97-AF65-F5344CB8AC3E}">
        <p14:creationId xmlns:p14="http://schemas.microsoft.com/office/powerpoint/2010/main" val="57156832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7D6AD0-2C59-4FDE-AAAA-803F7FD5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C2831-F328-438C-B21C-EED9E75C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711344-DBB8-4DB8-A281-94CC397A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TOOLS: SCRIPTS AGENTS CAN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C6FA94-8ACF-4F8E-9D05-78D831DF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Give Copilot safe paths through verification.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EB7C1-6324-4B4D-BEED-44BA648B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40908-EBB5-4DC0-A0BA-4AAE9B18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077ae359a4f9e"/>
          <a:srcRect xmlns:a="http://schemas.openxmlformats.org/drawingml/2006/main" l="0" t="1435" r="0" b="14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217351-176F-49E4-88AF-DF8C4301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2EFBB-AD39-4D45-B939-1C61B30F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00100"/>
            <a:ext cx="5753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7588DA-4EDF-4343-8D73-BE324A4A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457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574A1-CAF8-421F-8F33-E1D1B3C8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EE8AB2-7761-4CD7-A60B-B1C79DB2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47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A named script is better than asking the agent to invent the right command.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C33F0-F14B-4458-BD19-1AD543C6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457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B1B7E-90B5-4599-B5E8-3169723F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0E9F9A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0E9F9A"/>
                </a:solidFill>
                <a:latin typeface="Aptos Mono"/>
                <a:ea typeface="Aptos Mono"/>
                <a:cs typeface="Aptos Mono"/>
              </a:rPr>
              <a:t>npm run test:changed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986331-29F5-457B-A326-BD18477B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00400"/>
            <a:ext cx="2305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Run only tests related to changed files.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BDFBE6-1891-4FCE-B9A7-61CCAB5E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4457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746941-7372-497F-A32A-12134989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0525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npm run agent:verify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F09B59-36B4-47E5-92A3-E42D1D36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48100"/>
            <a:ext cx="2305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Bundle typecheck, lint report, focused tests, and smoke checks.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103272-111E-4683-86D7-87EC66D9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0"/>
            <a:ext cx="4457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395C58-BCC1-4362-80F0-023B8BA1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5295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F59E0B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F59E0B"/>
                </a:solidFill>
                <a:latin typeface="Aptos Mono"/>
                <a:ea typeface="Aptos Mono"/>
                <a:cs typeface="Aptos Mono"/>
              </a:rPr>
              <a:t>npm run smoke:local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F9C6EF-8A3D-406F-8C76-769036E8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95800"/>
            <a:ext cx="2305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Open the app path and confirm the main behavior still works.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313374-2EF5-48BB-B597-4872EA10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4457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C51C7F-D928-4AAA-9AAA-C8E1980C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0065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8" b="1">
                <a:solidFill>
                  <a:srgbClr val="16A34A"/>
                </a:solidFill>
                <a:latin typeface="Aptos Mono"/>
                <a:ea typeface="Aptos Mono"/>
                <a:cs typeface="Aptos Mono"/>
              </a:defRPr>
            </a:pPr>
            <a:r>
              <a:rPr sz="968" b="1">
                <a:solidFill>
                  <a:srgbClr val="16A34A"/>
                </a:solidFill>
                <a:latin typeface="Aptos Mono"/>
                <a:ea typeface="Aptos Mono"/>
                <a:cs typeface="Aptos Mono"/>
              </a:rPr>
              <a:t>npm run check:pr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CB1E52-CBC2-4AA1-B48A-8BB403C7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43500"/>
            <a:ext cx="2305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Collect the review evidence a human needs before merging.</a:t>
            </a:r>
          </a:p>
        </p:txBody>
      </p:sp>
    </p:spTree>
    <p:extLst>
      <p:ext uri="{BB962C8B-B14F-4D97-AF65-F5344CB8AC3E}">
        <p14:creationId xmlns:p14="http://schemas.microsoft.com/office/powerpoint/2010/main" val="11891327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7FAE59-6C95-496A-8733-B77F8574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778B6B-3788-4A52-8439-76AF1E4A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A431C-CB44-4677-A45B-12EBC9F2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SOFT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011E7-88A1-4C06-B024-BFE86158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Warnings can be a useful middle ground.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C8B87-ABDC-493B-A96E-2BBC3C82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CCD4B-7652-4AE2-8D24-7F75D4D0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d799bc6504af5"/>
          <a:srcRect xmlns:a="http://schemas.openxmlformats.org/drawingml/2006/main" l="0" t="282" r="0" b="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20D5B-AEAA-4E4A-AD13-032F4AC1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2F68C7-8EBC-4635-AF9F-5CD92A41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800100"/>
            <a:ext cx="5619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AC6211-5208-4AC6-B5F1-C32C5D5D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4381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497F8E-682E-498B-839E-6F5FB368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883CF-8CEB-47C6-8B3E-27AC22FB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Not every repo has hard lint gates. Agents still need feedback.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1F99C-73B5-4BA2-9891-0A098D65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2057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E14D-ABF3-4BFD-B460-3D99F4CF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9FCB6F-F37E-4BCF-B592-6589AF7D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Hard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5012F2-1B2E-4A82-9D46-1685D027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Blocks merge when the repo already enforces the rule.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02241-EC3F-4730-A3A3-3F84A6D1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81350"/>
            <a:ext cx="2057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A33CA1-7BD3-4294-9ACE-B26D5654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813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232CD9-586D-4680-A1C8-0CE37CF2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5280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Soft 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196A20-7DB7-4F9C-8F6D-05C197EC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385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Returns warnings so Copilot can fix obvious issues without stopping the whole session.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AD4A1D-8861-4CBA-855C-7225EF0F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986EFA-F37A-4E5D-B0EC-039368BA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unused code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256C83-3BEA-4BC9-8587-2A18D07E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130794-33D3-44DA-8FB2-7A877D71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unsafe any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AE0B6E-D590-43EF-B024-93665755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5965D7-D452-4EB1-AE8A-BAA937B6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accessibility hints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487698-59D6-4964-A169-FBBAE3C9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E3B801-B7DA-4409-8423-D7AE1208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slow tests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E49CE3-E06C-4291-A057-1E96F40B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8155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2B9F3B-CB58-4E72-9DD8-D5F4BA7C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48225"/>
            <a:ext cx="876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wide diff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82C393-5579-4E88-B4B0-4E8B6CD5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184E02-52F3-437A-A2EC-1714795D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895975"/>
            <a:ext cx="769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3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3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 soft check is not permission to ignore quality. It is a way to surface quality earlier.</a:t>
            </a:r>
          </a:p>
        </p:txBody>
      </p:sp>
    </p:spTree>
    <p:extLst>
      <p:ext uri="{BB962C8B-B14F-4D97-AF65-F5344CB8AC3E}">
        <p14:creationId xmlns:p14="http://schemas.microsoft.com/office/powerpoint/2010/main" val="200415159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CC9F01-016F-41B7-922E-BD21C326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B6C057-66E1-4CA4-B37E-DE2DE336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313C62-F451-4FF6-BB6B-B1002F11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CHECKS: AFTER GENERATION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81107-0D43-4AC4-B240-2E552F71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619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Inspect before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3F4944-490D-4CC4-A949-0E1A8F3E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52A84-B7C0-4A93-BB54-C682BFA9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20d8810644ece"/>
          <a:srcRect xmlns:a="http://schemas.openxmlformats.org/drawingml/2006/main" l="568" t="0" r="5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499C57-1F5D-48EE-8133-D7DE6373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B2BE21-53DF-4900-85BB-F2A7C4EE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781050"/>
            <a:ext cx="552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21D36-DCDF-45F1-80D4-10407870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324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8C70AE-B81C-4A8E-8BA8-34C254E0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39992E-1C34-4666-8EF2-B69405E3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Generate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A93AE-70F4-4FB2-8316-B0365F24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Copilot edits code inside the task boundary.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906DD5-A2FB-4897-94E2-BD73250A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021165-E2DB-4104-9801-B098D17F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14850"/>
            <a:ext cx="2324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D5D42F-636C-48E4-9A3D-6C2DF54F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148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FB0FFB-9C6E-44F9-898C-8E9F0591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863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Run 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AF8A0-C91B-4D42-B8FE-13160FB5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720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Changed tests, soft lint, typecheck, and smoke commands.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CD14CD-A30B-4DF1-A667-927CB85F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981FB5-771F-4FAA-9E1A-749E65D3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2324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5BDDB-C84A-47F2-BE81-A6C17DA8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CDF8E6-7AC0-4B15-85FB-EB73000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863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53807E-4A7F-4678-9616-1B1B8063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720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Use a review or debug skill to look for likely bugs.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B2F756-8B7D-4EE6-968D-2C2DCDA0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815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D2B305-EF2F-43ED-AB94-6CFE01C2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14850"/>
            <a:ext cx="2324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94C925-CF64-490F-8ECC-AAA978CD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148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23DC58-F79B-416A-B4B0-B3400661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6863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88FC1D-31FF-459C-9C1A-F1BB4F18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720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Evidence, changes, checks, gaps, and risk.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8D7794-4B84-4882-AB37-275D0543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57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489ECD-1851-4555-AF17-6A6434F6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D295ED-286B-4A4F-A164-85D06692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Human review starts from evidence, not from a confident summary.</a:t>
            </a:r>
          </a:p>
        </p:txBody>
      </p:sp>
    </p:spTree>
    <p:extLst>
      <p:ext uri="{BB962C8B-B14F-4D97-AF65-F5344CB8AC3E}">
        <p14:creationId xmlns:p14="http://schemas.microsoft.com/office/powerpoint/2010/main" val="116640048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4036E3-60FE-41C8-ACFF-ABB646C8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E0C4B-196E-4A87-9557-6BFAF9EC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5E7253-64AB-4F27-911E-130B9554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THE HARNESS LEARNING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D9ABB-2C78-44CB-8662-66FD45F0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When Copilot fails, improve the harness.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F19D3-E0E8-475D-BE65-3DAD9F7B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98F25-B6CC-42A9-9FFE-BF3B45C5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ef57e994a84320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4345C3-0E9F-468E-80AA-F37BB1B1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AE2A9-CAD8-49AF-A354-4DB3B506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81050"/>
            <a:ext cx="5715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EBFE88-613D-46A6-919B-5DC14841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8DB218-5CE6-46F9-8E96-8ED10B70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Failure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AE76B-286D-43E8-8B47-7431FB2C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13E1F7-C1F1-4B9A-9950-C3E58002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B3BA4B-FDD0-4168-8296-9C521608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Cause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1DCEDC-5F26-432D-B12A-7DB4B842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FBDCB7-F7ED-4AC6-85BC-144572D4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D7B7D7-0035-4372-8572-6CC7576B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Harness fix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01B1F2-9EF0-4727-A459-61E9D4FB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77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A563A4-46D1-4568-9989-3D91D0EE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5265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F4010E-1AB8-452A-A0B6-D6ECC4AC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5267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Next session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F4D9AB-9F7B-42E6-B9B9-5EAEB35F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20DECC-B334-4DC3-8D7F-BC45942B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95AC6F-F19C-4031-8A9B-E0EA978D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1771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Missing context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B685B8-025B-4052-8126-AB95D2B9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an instruction or path rule.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4A9B72-22D2-48D8-A543-B00D5EA3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4325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ECE97C-9175-400F-85BA-B73A5B32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4325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0182D4-1188-4194-9BE4-5F6BAB30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57550"/>
            <a:ext cx="1771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Wrong command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DA2ABE-4598-4CC5-A926-3A692E3D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2425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or document a script.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2CDFA3-8D0C-494B-963B-C9C68FA4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891181-9D6F-484D-82E1-223D32F7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21ECF3-4EA8-4DDB-B816-DD069A6A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1771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Weak proof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58B3C6-B890-42E0-89B4-37F98544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 focused test or smoke check.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0281BB-D2D0-4953-BEA3-45BE0C45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624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DA0B0B-C89D-489A-8190-228B0290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624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000803-BDB2-4E61-B7BA-04BEC1DD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76700"/>
            <a:ext cx="1771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Bad review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A7C3BC-6F6A-428A-8156-40B311D5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34340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 checklist or diagnostic skill.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7EDCFE-4B10-4B3C-907E-DD81E291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B1A92B-DE82-45BA-A4DF-BE60B432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895975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Do not only fix the prompt. Fix the system that shaped the prompt.</a:t>
            </a:r>
          </a:p>
        </p:txBody>
      </p:sp>
    </p:spTree>
    <p:extLst>
      <p:ext uri="{BB962C8B-B14F-4D97-AF65-F5344CB8AC3E}">
        <p14:creationId xmlns:p14="http://schemas.microsoft.com/office/powerpoint/2010/main" val="128277631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1AC097-650D-47C3-9621-81CEE585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E9CCD8-9833-4C07-8CBB-288C9918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DEF88-349C-4B00-BC9F-E87DF226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CD371-9716-4892-B87E-75998039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Make AI work inspectable.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B24477-9868-4EE3-ABA1-6E46EE99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833330-78EC-41C8-8354-C8A9A20C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d86f415e44350"/>
          <a:srcRect xmlns:a="http://schemas.openxmlformats.org/drawingml/2006/main" l="0" t="914" r="0" b="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7AA84-CD1C-48B1-A9C6-D57308C7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74990-F123-420F-9B3F-1FD4B4D4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51CB53-242F-4B6E-B524-B9899239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53EE8-F5C9-4F1D-AAF0-F1352A03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1F706-AEC3-4575-84F3-24C7CD26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Bounded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FC18B8-D9D3-4120-AAC0-3CD27438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3676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Instructions and permissions define the work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B1698B-41BA-400D-A8D9-43155D99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768E5C-E627-462C-8C32-3823F546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322C5E-5D6E-4B3C-949B-CF2A1BC1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Visible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350F3C-7C9D-4909-89E0-706F0863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3676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 and scripts expose the path the agent followed.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E8FD5E-DB55-4B2B-892D-248BD3BB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4F67A0-D584-415B-9485-0CD2ED23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417AD3-E524-4703-821B-6E6E3075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79FF2-67C9-4CFF-B3FE-3AB0F108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3676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07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Tests, soft reports, diagnostics, and review prove the work.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B5D4CC-12CB-4B86-AA4B-90316D4F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62600"/>
            <a:ext cx="8610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A7D969-4105-4B80-B9AE-F72C6EDD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626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A5E85C-88AD-451A-B4FC-9E4FACEA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753100"/>
            <a:ext cx="777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The goal is not to trust Copilot more. The goal is to make the work easier to inspect.</a:t>
            </a:r>
          </a:p>
        </p:txBody>
      </p:sp>
    </p:spTree>
    <p:extLst>
      <p:ext uri="{BB962C8B-B14F-4D97-AF65-F5344CB8AC3E}">
        <p14:creationId xmlns:p14="http://schemas.microsoft.com/office/powerpoint/2010/main" val="7034007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E12490-628B-4C13-A6C5-093D7E7E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059E4-297A-49ED-BE46-0F3319DE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1B831A-784E-4025-BE94-79E1E6A6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PRESENTER APPENDIX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2980E-A7E4-40BD-9C86-2DAE17A2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429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Fidelity Tasks VS Code demo cue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D65AD-7A23-4452-8E4E-07C400A9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FBA0E3-A131-438A-909E-18600177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F82A3-5569-47B6-ABF3-60384286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10782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070E3B-9C13-49C2-AE86-07155FB5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5C7CF-A919-4F15-883B-31446C0A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885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Open the Fidelity Tasks repo and show the harness parts in this order.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997DA-2E8E-4A0B-BF83-52E6488B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4DB58-5367-427D-ABD1-2CDB7345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D639FB-7D64-4048-A236-6845F54D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8610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828E5-15B5-418A-B42C-934602AD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7185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Copilot instructions and path-specific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154A7-B7AC-430B-82CC-DE106FE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146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4F7765-6C7A-4367-87E8-0D497C0D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146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57A0E5-3622-431A-88FA-E02243E4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121152-7C14-4662-923E-B9F1ED4A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7185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Skills/playbooks such as planning, grilling, diagnosis, and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3B598E-731D-4679-A74B-9F888A89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4C9A5-8F83-4154-B415-EE7061CE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9C0144-F0AC-4AF1-9F2D-8E862EF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5290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698C28-7474-45E1-818D-091977FD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3865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Changed-test script, heavy soft-lint/report script, and smoke command.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B59F45-CDD8-4855-AB72-E1882FE4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81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C67F9C-7E9C-4ACD-B149-E26A5473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814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6271DE-4DB4-4F24-AA89-61160A5A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73AE0F-0B9F-4375-AE24-E2EA22FB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865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82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82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Post-generation diagnostic pass and human review checklist.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D5051C-8EC0-484B-93E8-F7701041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722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Presenter-only slide. Not included in Ara narration.</a:t>
            </a:r>
          </a:p>
        </p:txBody>
      </p:sp>
    </p:spTree>
    <p:extLst>
      <p:ext uri="{BB962C8B-B14F-4D97-AF65-F5344CB8AC3E}">
        <p14:creationId xmlns:p14="http://schemas.microsoft.com/office/powerpoint/2010/main" val="21083098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2026-05-27T14:51:44.1860000Z</dcterms:created>
  <dcterms:modified xsi:type="dcterms:W3CDTF">2026-05-27T14:51:44.1860000Z</dcterms:modified>
</coreProperties>
</file>