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7356e6835c43e7" /><Relationship Type="http://schemas.openxmlformats.org/officeDocument/2006/relationships/extended-properties" Target="/docProps/app.xml" Id="Ra432b3742a3a4e63" /><Relationship Type="http://schemas.openxmlformats.org/officeDocument/2006/relationships/officeDocument" Target="/ppt/presentation.xml" Id="Rc098e857d51a44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d1935c4f4b41d6"/>
  </p:sldMasterIdLst>
  <p:notesMasterIdLst>
    <p:notesMasterId xmlns:r="http://schemas.openxmlformats.org/officeDocument/2006/relationships" r:id="R26a9b8588b5a4099"/>
  </p:notesMasterIdLst>
  <p:sldIdLst>
    <p:sldId xmlns:r="http://schemas.openxmlformats.org/officeDocument/2006/relationships" id="256" r:id="R47aaeb746eac4eb8"/>
    <p:sldId xmlns:r="http://schemas.openxmlformats.org/officeDocument/2006/relationships" id="257" r:id="R9950e4b5b237480e"/>
    <p:sldId xmlns:r="http://schemas.openxmlformats.org/officeDocument/2006/relationships" id="258" r:id="Re4ad87b423874e17"/>
    <p:sldId xmlns:r="http://schemas.openxmlformats.org/officeDocument/2006/relationships" id="259" r:id="Rb3b79f07c027480f"/>
    <p:sldId xmlns:r="http://schemas.openxmlformats.org/officeDocument/2006/relationships" id="260" r:id="R2e7bde66128644e1"/>
    <p:sldId xmlns:r="http://schemas.openxmlformats.org/officeDocument/2006/relationships" id="261" r:id="Rce902e633f3e49f8"/>
    <p:sldId xmlns:r="http://schemas.openxmlformats.org/officeDocument/2006/relationships" id="262" r:id="Rdbec3ba59dd7425f"/>
    <p:sldId xmlns:r="http://schemas.openxmlformats.org/officeDocument/2006/relationships" id="263" r:id="Rc59082b245a9468b"/>
    <p:sldId xmlns:r="http://schemas.openxmlformats.org/officeDocument/2006/relationships" id="264" r:id="Re7801b6af5ce463d"/>
    <p:sldId xmlns:r="http://schemas.openxmlformats.org/officeDocument/2006/relationships" id="265" r:id="R58dbb80e12694022"/>
    <p:sldId xmlns:r="http://schemas.openxmlformats.org/officeDocument/2006/relationships" id="266" r:id="R00169ecd22844705"/>
    <p:sldId xmlns:r="http://schemas.openxmlformats.org/officeDocument/2006/relationships" id="267" r:id="R36e3bebe99c844ec"/>
    <p:sldId xmlns:r="http://schemas.openxmlformats.org/officeDocument/2006/relationships" id="268" r:id="R18c87c1f26cf46f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d1935c4f4b41d6" /><Relationship Type="http://schemas.openxmlformats.org/officeDocument/2006/relationships/theme" Target="/ppt/theme/theme1.xml" Id="Rd34b90e3e5bf49a3" /><Relationship Type="http://schemas.openxmlformats.org/officeDocument/2006/relationships/notesMaster" Target="/ppt/notesMasters/notesMaster1.xml" Id="R26a9b8588b5a4099" /><Relationship Type="http://schemas.openxmlformats.org/officeDocument/2006/relationships/presProps" Target="/ppt/presProps.xml" Id="R0134cf0b46554af6" /><Relationship Type="http://schemas.openxmlformats.org/officeDocument/2006/relationships/viewProps" Target="/ppt/viewProps.xml" Id="R7ee03dc029cf4bc4" /><Relationship Type="http://schemas.openxmlformats.org/officeDocument/2006/relationships/tableStyles" Target="/ppt/tableStyles.xml" Id="R71f5243321584269" /><Relationship Type="http://schemas.openxmlformats.org/officeDocument/2006/relationships/slide" Target="/ppt/slides/slide1.xml" Id="R47aaeb746eac4eb8" /><Relationship Type="http://schemas.openxmlformats.org/officeDocument/2006/relationships/slide" Target="/ppt/slides/slide2.xml" Id="R9950e4b5b237480e" /><Relationship Type="http://schemas.openxmlformats.org/officeDocument/2006/relationships/slide" Target="/ppt/slides/slide3.xml" Id="Re4ad87b423874e17" /><Relationship Type="http://schemas.openxmlformats.org/officeDocument/2006/relationships/slide" Target="/ppt/slides/slide4.xml" Id="Rb3b79f07c027480f" /><Relationship Type="http://schemas.openxmlformats.org/officeDocument/2006/relationships/slide" Target="/ppt/slides/slide5.xml" Id="R2e7bde66128644e1" /><Relationship Type="http://schemas.openxmlformats.org/officeDocument/2006/relationships/slide" Target="/ppt/slides/slide6.xml" Id="Rce902e633f3e49f8" /><Relationship Type="http://schemas.openxmlformats.org/officeDocument/2006/relationships/slide" Target="/ppt/slides/slide7.xml" Id="Rdbec3ba59dd7425f" /><Relationship Type="http://schemas.openxmlformats.org/officeDocument/2006/relationships/slide" Target="/ppt/slides/slide8.xml" Id="Rc59082b245a9468b" /><Relationship Type="http://schemas.openxmlformats.org/officeDocument/2006/relationships/slide" Target="/ppt/slides/slide9.xml" Id="Re7801b6af5ce463d" /><Relationship Type="http://schemas.openxmlformats.org/officeDocument/2006/relationships/slide" Target="/ppt/slides/slide10.xml" Id="R58dbb80e12694022" /><Relationship Type="http://schemas.openxmlformats.org/officeDocument/2006/relationships/slide" Target="/ppt/slides/slide11.xml" Id="R00169ecd22844705" /><Relationship Type="http://schemas.openxmlformats.org/officeDocument/2006/relationships/slide" Target="/ppt/slides/slide12.xml" Id="R36e3bebe99c844ec" /><Relationship Type="http://schemas.openxmlformats.org/officeDocument/2006/relationships/slide" Target="/ppt/slides/slide13.xml" Id="R18c87c1f26cf46f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80d7e249def43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5996705b204bbf" /><Relationship Type="http://schemas.openxmlformats.org/officeDocument/2006/relationships/notesMaster" Target="/ppt/notesMasters/notesMaster1.xml" Id="Re3138b71e93a4b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161748fb26e4a20" /><Relationship Type="http://schemas.openxmlformats.org/officeDocument/2006/relationships/notesMaster" Target="/ppt/notesMasters/notesMaster1.xml" Id="R0706092d106b42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61c1f8ecd94705" /><Relationship Type="http://schemas.openxmlformats.org/officeDocument/2006/relationships/notesMaster" Target="/ppt/notesMasters/notesMaster1.xml" Id="Ra13eedbafe3f46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0c9d44b25d486c" /><Relationship Type="http://schemas.openxmlformats.org/officeDocument/2006/relationships/notesMaster" Target="/ppt/notesMasters/notesMaster1.xml" Id="R082835fc671144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19a9a778ab4200" /><Relationship Type="http://schemas.openxmlformats.org/officeDocument/2006/relationships/notesMaster" Target="/ppt/notesMasters/notesMaster1.xml" Id="R7039905b657f4c7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5238dccad46476a" /><Relationship Type="http://schemas.openxmlformats.org/officeDocument/2006/relationships/notesMaster" Target="/ppt/notesMasters/notesMaster1.xml" Id="R4b5719d5b8a840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c5ce25b55e4eee" /><Relationship Type="http://schemas.openxmlformats.org/officeDocument/2006/relationships/notesMaster" Target="/ppt/notesMasters/notesMaster1.xml" Id="R9b84bac763224c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c331ef609314034" /><Relationship Type="http://schemas.openxmlformats.org/officeDocument/2006/relationships/notesMaster" Target="/ppt/notesMasters/notesMaster1.xml" Id="Re9e160b57b234c3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c94dbb5031426d" /><Relationship Type="http://schemas.openxmlformats.org/officeDocument/2006/relationships/notesMaster" Target="/ppt/notesMasters/notesMaster1.xml" Id="R5744a68d38ff4bc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eb59031dffb4ac1" /><Relationship Type="http://schemas.openxmlformats.org/officeDocument/2006/relationships/notesMaster" Target="/ppt/notesMasters/notesMaster1.xml" Id="R2258d6b0fbf4476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d3a196c4c04938" /><Relationship Type="http://schemas.openxmlformats.org/officeDocument/2006/relationships/notesMaster" Target="/ppt/notesMasters/notesMaster1.xml" Id="R1a3e017670284d1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9c2a0217259477c" /><Relationship Type="http://schemas.openxmlformats.org/officeDocument/2006/relationships/notesMaster" Target="/ppt/notesMasters/notesMaster1.xml" Id="Rb8725fbfc60d475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abcf642ba134d28" /><Relationship Type="http://schemas.openxmlformats.org/officeDocument/2006/relationships/notesMaster" Target="/ppt/notesMasters/notesMaster1.xml" Id="R0acbfe7f71e746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4ff83a948b4b4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f6074c73005468c" /><Relationship Type="http://schemas.openxmlformats.org/officeDocument/2006/relationships/slideLayout" Target="/ppt/slideLayouts/slideLayout2.xml" Id="R00536ff49bfc47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536ff49bfc47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86552e2cf84fb7" /><Relationship Type="http://schemas.openxmlformats.org/officeDocument/2006/relationships/image" Target="/ppt/media/image.jpeg" Id="Raa10c03cc9684c31" /><Relationship Type="http://schemas.openxmlformats.org/officeDocument/2006/relationships/notesSlide" Target="/ppt/notesSlides/notesSlide1.xml" Id="R96d7a65d314d4c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956ed44ba54084" /><Relationship Type="http://schemas.openxmlformats.org/officeDocument/2006/relationships/image" Target="/ppt/media/image2.jpeg" Id="R9d5f8be238bb4e1b" /><Relationship Type="http://schemas.openxmlformats.org/officeDocument/2006/relationships/notesSlide" Target="/ppt/notesSlides/notesSlide2.xml" Id="R24dd9c10297342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cf1dc1a1724165" /><Relationship Type="http://schemas.openxmlformats.org/officeDocument/2006/relationships/image" Target="/ppt/media/image3.jpeg" Id="R254a7ea8cf634acf" /><Relationship Type="http://schemas.openxmlformats.org/officeDocument/2006/relationships/notesSlide" Target="/ppt/notesSlides/notesSlide3.xml" Id="R4115cb2c7ac344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dfec888b704081" /><Relationship Type="http://schemas.openxmlformats.org/officeDocument/2006/relationships/image" Target="/ppt/media/image4.jpeg" Id="R04dfec2ee3564831" /><Relationship Type="http://schemas.openxmlformats.org/officeDocument/2006/relationships/notesSlide" Target="/ppt/notesSlides/notesSlide4.xml" Id="R4c6ef049920941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966cbbffaf4afd" /><Relationship Type="http://schemas.openxmlformats.org/officeDocument/2006/relationships/image" Target="/ppt/media/image5.jpeg" Id="Rc865379d1fc547f3" /><Relationship Type="http://schemas.openxmlformats.org/officeDocument/2006/relationships/notesSlide" Target="/ppt/notesSlides/notesSlide5.xml" Id="R2ba5652aac104b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3d5ebda99c4163" /><Relationship Type="http://schemas.openxmlformats.org/officeDocument/2006/relationships/image" Target="/ppt/media/image6.jpeg" Id="Rff921e1e3db9428c" /><Relationship Type="http://schemas.openxmlformats.org/officeDocument/2006/relationships/notesSlide" Target="/ppt/notesSlides/notesSlide6.xml" Id="Rea7772f703814c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813ced50474962" /><Relationship Type="http://schemas.openxmlformats.org/officeDocument/2006/relationships/image" Target="/ppt/media/image7.jpeg" Id="R0330e2d7aab548e9" /><Relationship Type="http://schemas.openxmlformats.org/officeDocument/2006/relationships/notesSlide" Target="/ppt/notesSlides/notesSlide7.xml" Id="R2665df52c88840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5630ee5a4d4b93" /><Relationship Type="http://schemas.openxmlformats.org/officeDocument/2006/relationships/image" Target="/ppt/media/image8.jpeg" Id="R40de014983294252" /><Relationship Type="http://schemas.openxmlformats.org/officeDocument/2006/relationships/notesSlide" Target="/ppt/notesSlides/notesSlide8.xml" Id="R8c6e4626ce7a43f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f357839c71422e" /><Relationship Type="http://schemas.openxmlformats.org/officeDocument/2006/relationships/image" Target="/ppt/media/image9.jpeg" Id="R0e9c4ea2a4464a74" /><Relationship Type="http://schemas.openxmlformats.org/officeDocument/2006/relationships/notesSlide" Target="/ppt/notesSlides/notesSlide9.xml" Id="Rd9d7635213ef48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0550e6b129477c" /><Relationship Type="http://schemas.openxmlformats.org/officeDocument/2006/relationships/image" Target="/ppt/media/image10.jpeg" Id="R144deae79fe04500" /><Relationship Type="http://schemas.openxmlformats.org/officeDocument/2006/relationships/notesSlide" Target="/ppt/notesSlides/notesSlide10.xml" Id="R0d9d96c44f5849d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55ab2abd854656" /><Relationship Type="http://schemas.openxmlformats.org/officeDocument/2006/relationships/image" Target="/ppt/media/image11.jpeg" Id="Rd8a4871df1644dc7" /><Relationship Type="http://schemas.openxmlformats.org/officeDocument/2006/relationships/notesSlide" Target="/ppt/notesSlides/notesSlide11.xml" Id="R9d5402ed959143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3829a0c58a4c6e" /><Relationship Type="http://schemas.openxmlformats.org/officeDocument/2006/relationships/image" Target="/ppt/media/image12.jpeg" Id="R0a20c01481f74b47" /><Relationship Type="http://schemas.openxmlformats.org/officeDocument/2006/relationships/notesSlide" Target="/ppt/notesSlides/notesSlide12.xml" Id="R1b586eb5b6f3452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696e060d9a45e2" /><Relationship Type="http://schemas.openxmlformats.org/officeDocument/2006/relationships/notesSlide" Target="/ppt/notesSlides/notesSlide13.xml" Id="R695c436443114cf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10c03cc9684c31"/>
          <a:srcRect xmlns:a="http://schemas.openxmlformats.org/drawingml/2006/main" l="1515" t="0" r="15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39EB98-74FD-4315-B950-D5D471FC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ABCF90-17C1-4196-BB2D-0BD9D4B9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F3EFB6-83B6-461D-82B3-70B261A4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EDF2D-4CEE-4F69-8AD0-512EB198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3333"/>
            </a:srgbClr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960400-4E25-4551-AA12-C03AD644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05317A-E7EB-4466-AA30-A152547C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15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AI BASICS 102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220DE9-CA87-4C36-B03F-E2869282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90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48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Agent Harnesses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6DB703-FE1F-4039-AFA7-27213323E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81350"/>
            <a:ext cx="476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8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68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How teams keep Copilot useful, bounded, and reviewable.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555E58-864B-4D05-8216-AD05F52D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9150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305750-9A76-4D88-A350-5206C5A5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958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910CCC-CD8D-41AE-A518-98B0D1EE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29150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3C9C82-7353-4AEE-89C6-AD7B20CA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Moves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5DC7F9-0B94-4819-B2BE-BDC761A6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29150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AE3CA8-A9D4-4745-8941-93A9A20E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958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DB1172-F79B-4A0B-9357-DB06B8C7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62915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3F6740-91C0-4084-B103-FAB1C52C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69582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A6552A-B49C-4EE8-B718-35456B7E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457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20 minutes | VS Code + GitHub Copilot framing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CE188B-D2EE-4B19-8754-5DC7CFE4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6377902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DF8A3B-9EDD-4CB3-AD95-82DE55E2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C5F0DF-081F-4770-BB52-DCF5BB13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D38F89-62F2-4742-B8EE-A2CD87F5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PROMPTING IS NOT ENOUGH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E4D38-68F0-498C-BBA9-D21ACDF9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905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A good prompt helps once. A harness helps every session.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49A4C3-40C2-4EA2-9C39-62BD57FA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A82D4C-4F61-4EC0-A2FD-E6C162BA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5f8be238bb4e1b"/>
          <a:srcRect xmlns:a="http://schemas.openxmlformats.org/drawingml/2006/main" l="2184" t="0" r="21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838200"/>
            <a:ext cx="5143500" cy="29337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1F3F10-8D1C-4E8E-AE41-FC500B53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38200"/>
            <a:ext cx="514350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259761-0A84-4C76-9F8F-D1D14A04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38200"/>
            <a:ext cx="514350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67B3A7-89A8-400E-8F92-25373818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953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A92154-F45E-40D8-A84F-1D418573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4533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defRPr>
            </a:pPr>
            <a:r>
              <a: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rPr>
              <a:t>The repo should carry the rules, checks, and habits the agent should not rediscover.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1AD199-EFA3-417C-9ACD-D54513F2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2324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9A9911-9718-4BFE-9F61-92E51D9A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47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139B8-EA84-49E0-BEB7-3AC4BE879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One session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00B6DB-61B5-45C5-8CED-88E23A09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54291"/>
            <a:ext cx="1905000" cy="4700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Prompt, context, and steering.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E76C37-8B71-489D-8570-0490BFD6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90900"/>
            <a:ext cx="2324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513B0-56D9-4106-8FE5-C765CCE8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90900"/>
            <a:ext cx="47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5F9061-1772-42B4-8DE3-BA9FA4C9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54330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Every session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1C3013-1005-4C7C-A619-BEAA3823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854291"/>
            <a:ext cx="1905000" cy="4700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Instructions, skills, scripts, checks, and review habits.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60F6A-DBF3-4E05-A2B4-712A9BB3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38800"/>
            <a:ext cx="861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F8C6E7-EF3A-40DE-9B96-158DC7A0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791200"/>
            <a:ext cx="781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0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0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goal is not more trust. The goal is more inspectable work.</a:t>
            </a:r>
          </a:p>
        </p:txBody>
      </p:sp>
    </p:spTree>
    <p:extLst>
      <p:ext uri="{BB962C8B-B14F-4D97-AF65-F5344CB8AC3E}">
        <p14:creationId xmlns:p14="http://schemas.microsoft.com/office/powerpoint/2010/main" val="110349072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A4B24B-5016-4B97-8317-9723AB21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888838-8C76-4633-B98B-66D82207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9422EB-83A6-47FA-A486-AD436C8B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THE HARNESS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1C9FE-00A6-4A20-8217-64F4D212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619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Use four pieces: rules, moves, tools, checks.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801503-902F-416D-8C0D-D525FD0C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B0E68-B667-4E98-B0FA-B694624B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4a7ea8cf634acf"/>
          <a:srcRect xmlns:a="http://schemas.openxmlformats.org/drawingml/2006/main" l="4380" t="0" r="438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819150"/>
            <a:ext cx="5257800" cy="3143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4DDC1D-C0E5-4E6E-AFA9-2449673A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819150"/>
            <a:ext cx="52578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144D52-C500-47B2-88CC-82E7A1A5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819150"/>
            <a:ext cx="52578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0223A8-54AC-4DE2-8A48-673D0478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2171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C5C3FF-D174-48DB-A779-AA407918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476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CC5BE3-8C27-43CE-B395-4E44D135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7526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8038C1-90AC-4FE7-9246-B0966C63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8891"/>
            <a:ext cx="1752600" cy="3367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Standing instructions and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523E3-3F6D-4857-88E8-E0ADB3EA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171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EE5B7-D3AD-429D-819E-BB8DCEE0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476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BAD846-7C2B-45EF-8F17-0747D770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47900"/>
            <a:ext cx="17526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Moves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B5E580-41B1-448D-8F82-150CDFA8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58891"/>
            <a:ext cx="1752600" cy="3367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Skills, playbooks, and team procedures.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189C3B-F9C5-49F5-BEAC-080AEA73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2171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E10B90-6423-4D8A-B67B-C3D401ED4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476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0FC336-5BDC-4C8D-8E0A-98988AAE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7526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E2A83B-AB63-49D2-9D70-A5DDA4F4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16191"/>
            <a:ext cx="1752600" cy="3367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Scripts, commands, and controlled capabilities.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5A19C0-6BF5-4DF0-9A5D-831FE3FC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52800"/>
            <a:ext cx="2171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9DB227-A149-426C-8D69-C57EB369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52800"/>
            <a:ext cx="476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F8A7C3-145F-4015-8FFB-DBD73683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505200"/>
            <a:ext cx="17526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1DA0B2-B3DB-4505-AAD5-CF4DDDB9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16191"/>
            <a:ext cx="1752600" cy="3367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Tests, lint reports, diagnostics, and review.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8B0477-6715-45CC-8F28-6A733969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76750"/>
            <a:ext cx="5143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440609-C005-4F2F-B5D4-C9E893DD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767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3E4FD1-4069-4ED5-B3A7-EC9352B7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14875"/>
            <a:ext cx="438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A harness is the system around Copilot, not one magic prompt.</a:t>
            </a:r>
          </a:p>
        </p:txBody>
      </p:sp>
    </p:spTree>
    <p:extLst>
      <p:ext uri="{BB962C8B-B14F-4D97-AF65-F5344CB8AC3E}">
        <p14:creationId xmlns:p14="http://schemas.microsoft.com/office/powerpoint/2010/main" val="18868806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AACCCE-296F-4F0A-833A-4C312771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3F8B08-98B4-436E-AAF9-11583E60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096D80-02C0-4190-97DE-D3F00E6B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RULES: COPILOT INSTRUCTIONS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DA7D74-AFFF-4479-8542-DCAF10E3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Repo instructions are standing orders.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EA8A11-1F06-42AC-9B03-26D408B6B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VS Code Docs: Copilot custom instructions | GitHub Docs: customizing Copilot responses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6CC3DE-39E1-4873-9D3E-FF3F5262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fec2ee3564831"/>
          <a:srcRect xmlns:a="http://schemas.openxmlformats.org/drawingml/2006/main" l="0" t="410" r="0" b="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800100"/>
            <a:ext cx="5810250" cy="3143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5048CA-6A94-412C-9621-CD4E6C69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800100"/>
            <a:ext cx="581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A714D0-DFD2-4D25-9252-19770022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800100"/>
            <a:ext cx="581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FAB0AB-CD03-42C5-AF3E-77D27B45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4381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0486C2-C0A6-4AA8-AD52-A2A6B6F0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3962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defRPr>
            </a:pPr>
            <a:r>
              <a: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rPr>
              <a:t>.github/copilot-instructions.md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6A1F1E-1A62-49AC-B577-3A8CF8EE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7655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60C6BA-E41C-4435-9AE5-2D2069CC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765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84A3E-737C-4F87-984A-36EADCD2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76575"/>
            <a:ext cx="342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Write the rules the agent should not guess every time.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C270AF-B17B-4D86-880A-A0CB1E45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2324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78D517-B63E-45EC-BB05-4274F401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3979D3-C9B5-4711-8E14-F751858E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5290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Commands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299EF0-CC04-4EB8-AEEE-F1518D176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63891"/>
            <a:ext cx="1905000" cy="3176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Package manager, install, build, lint, test, and safe local checks.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3059D7-A89D-4017-9836-2795AB3D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00500"/>
            <a:ext cx="2324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6538F0-7CB5-4FBF-BA60-B1CDA723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005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6045BB-59AB-41F9-8224-917DEB70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5290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Conventions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1EB42A-FB49-4F25-99CA-D01C5C47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63891"/>
            <a:ext cx="1905000" cy="3176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Architecture patterns, preferred helpers, naming, errors, and logging.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931AA0-3E0B-47D9-88E6-46278DC3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2324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D8D27C-9A56-4BD3-A65A-A404516E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6DF504-384F-4262-A4C3-F2D6FAE4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Boundaries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C291D7-5E05-4817-AFD7-BAEB45F6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92591"/>
            <a:ext cx="1905000" cy="3176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Generated files, risky paths, public APIs, secrets, migrations, and deploys.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B47EF3-9521-47C5-9B5C-5F6F9330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29200"/>
            <a:ext cx="2324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A2E6E0-4C44-4501-8385-12652BF6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292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63719D-1602-4067-916E-30637ECB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18160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4125D8-D0FD-4450-8D82-D598A694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492591"/>
            <a:ext cx="1905000" cy="3176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What must be verified before Copilot says the work is complete.</a:t>
            </a:r>
          </a:p>
        </p:txBody>
      </p:sp>
    </p:spTree>
    <p:extLst>
      <p:ext uri="{BB962C8B-B14F-4D97-AF65-F5344CB8AC3E}">
        <p14:creationId xmlns:p14="http://schemas.microsoft.com/office/powerpoint/2010/main" val="66493001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6896A5-B720-4003-87AF-5D7C0A19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B14C59-F9C9-4022-BFE4-EDC0E990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C4A547-2CCE-4663-AFF9-F1E92EC4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RULES: BOUNDARIES AND BLAST RADIUS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C5E5AC-3DE9-4221-BE0B-8BBB2BF4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334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Different actions deserve different permission.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6F8D2-313C-4D0B-A2C5-95C5193E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E35CCE-7F38-4050-B3B0-2349A130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65379d1fc547f3"/>
          <a:srcRect xmlns:a="http://schemas.openxmlformats.org/drawingml/2006/main" l="568" t="0" r="56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4675CB-F6B0-459D-8E5A-8B55820A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B21FDB-433E-4A79-A44E-10562624D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7EAAD6-7489-4B12-9FF5-EBDE595F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10287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86A97F-AEB8-47B9-B81C-7562AC58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0A5AF1-1EE3-496E-9F4D-CB28CE85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09850"/>
            <a:ext cx="800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Files, docs, logs, issues.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36945C-2E40-46E3-8FF5-387566E9B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133600"/>
            <a:ext cx="10287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42DB4A-35C1-40D1-882F-5C009177A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431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Edit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A46EB2-FD8A-47FC-BA7B-0C7D73A0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609850"/>
            <a:ext cx="800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Local code, tests, docs.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60D462-6BD8-4E92-BCD3-2D153F75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33600"/>
            <a:ext cx="10287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76A227-A398-4B95-B0DF-079B1DBA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431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FDB07B-037D-47A5-8076-54CCCB33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09850"/>
            <a:ext cx="800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Allowlisted commands.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1BEF74-9800-4E50-B623-020B40FF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33600"/>
            <a:ext cx="10287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6D9956-203F-4398-B741-209ABA4A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431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Ship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59FA85-ABB5-4178-B71C-4C163ABA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09850"/>
            <a:ext cx="800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Deploys, data, merges.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49E81A-29EF-4744-912D-EE100187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3143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0FBD6B-889D-4CB1-B45D-B035DC7D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997D63-3EFD-4B14-8F40-B38FBF97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5300"/>
            <a:ext cx="27241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Allowed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81001F-620A-471F-9FA0-E53A653C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6291"/>
            <a:ext cx="2724150" cy="393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Read code, inspect tests, update focused local files.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42B25E-89E5-4DF5-A225-E29B5C1E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52900"/>
            <a:ext cx="3143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ED80AC-3263-4250-ABEB-4A3E6768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5290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408481-2D5A-474E-A916-06FC3CFA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05300"/>
            <a:ext cx="27241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Ask first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D3D531-6655-47E4-BBF1-2243AF93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16291"/>
            <a:ext cx="2724150" cy="393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Install packages, delete files, run migrations, change public APIs.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F27F22-ADD1-4AD1-B45B-9E30F0F7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52900"/>
            <a:ext cx="3143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719F76-D9DB-4679-A578-E56BAF10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5290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D51187-EF96-4195-B4A6-1BF2F188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05300"/>
            <a:ext cx="27241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Never alone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BF6F8C-D5C3-47E8-844A-F22277EB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616291"/>
            <a:ext cx="2724150" cy="393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Touch secrets, production data, releases, or protected branches.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8C7348-0CE2-42CC-B389-918EFF69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7215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226F93-A954-41C1-B94E-75D916B4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895975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1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Boundaries make Copilot safer and make the search space smaller.</a:t>
            </a:r>
          </a:p>
        </p:txBody>
      </p:sp>
    </p:spTree>
    <p:extLst>
      <p:ext uri="{BB962C8B-B14F-4D97-AF65-F5344CB8AC3E}">
        <p14:creationId xmlns:p14="http://schemas.microsoft.com/office/powerpoint/2010/main" val="4549684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56EAD0-2BA7-4444-8797-15280C4A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9DB05F-0E83-4B8A-A136-5457DFB3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3CDF14-1223-4CFB-9355-558684DC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MOVES: SKILLS AND PLAYBOOKS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939BCE-FC94-4766-99B8-CF49239A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Skills teach repeatable moves.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3B7952-1C76-42DC-B6A1-4E212584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GitHub Docs: Copilot customization cheat sheet | Matt Pocock skills repo: diagnose skill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C036C5-8DD9-4BC4-9E20-74723C07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921e1e3db9428c"/>
          <a:srcRect xmlns:a="http://schemas.openxmlformats.org/drawingml/2006/main" l="413" t="0" r="4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00750" y="819150"/>
            <a:ext cx="5715000" cy="3143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171D67-7B4E-4F66-B3FC-2E16F5ED0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19150"/>
            <a:ext cx="5715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FF4358-22B3-4868-9E1D-5AE5D4A5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19150"/>
            <a:ext cx="5715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8FBAB9-6A02-4FD7-B3D9-B9C13323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381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213F46-77B6-4223-8059-97BA40EA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2887DF-62F2-402A-97E8-9ABD01B3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Instructions define the rules. Skills define the moves.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E00C17-176C-4196-810F-86F483B4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8610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5B8B8D-A935-4D15-977A-CEA3EA0C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861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59F73C-A2C4-49F2-A346-213448BE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39624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Before coding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B75BB5-4796-4C2F-AA4E-EC7B501C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9491"/>
            <a:ext cx="3962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Stress-test the plan, scope, and missing evidence.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380117-7BF2-4058-982F-03614CF6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DC43F7-DAD5-4DF7-BE03-0BBE628B8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088AF3-F928-4BD2-838E-ABE7E0B5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9624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After coding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31DBCB-8E62-4494-9C52-6BE60347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6741"/>
            <a:ext cx="3962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Diagnose the generated feature and hunt for bugs.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AEC563-FDEB-452C-BE1F-9B136B7C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0060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461625-364E-4236-93D5-1C802CB2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006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C72BF0-29E3-4EAE-9CFB-C66C24DA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39624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During review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76A3D7-7AD4-461B-A8FE-6D7C6670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63991"/>
            <a:ext cx="3962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Check auth, UI, migrations, or release notes with the team recipe.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D8DA58-AC09-4E81-9CF2-079507F94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625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CFA856-E960-4780-9F6B-15DB64C6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82917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grill-me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A7D05E-AA2C-499F-A471-B9318E29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7625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10675C-8315-45C0-B66C-3CA18C7E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2917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677B5B-36B0-4665-86BD-1E3D98CE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7625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30AF43-4935-454B-9081-FC11B3E3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2917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review-auth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5CB7B2-EBCD-48F4-91D6-E58A4010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7625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6FD126-F54D-4C0C-A566-0B6B44ED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82917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ui-smoke</a:t>
            </a:r>
          </a:p>
        </p:txBody>
      </p:sp>
    </p:spTree>
    <p:extLst>
      <p:ext uri="{BB962C8B-B14F-4D97-AF65-F5344CB8AC3E}">
        <p14:creationId xmlns:p14="http://schemas.microsoft.com/office/powerpoint/2010/main" val="157467206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096186-0B81-4953-9158-CE32CECE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CA42CB-35BE-4F2D-8111-1BFE73DE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2AD291-7390-4AFE-BD10-3797862D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MOVES: TEAM HABITS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9001FC-BA64-4E18-92A3-6FC4B3D3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334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A harness captures how your team works.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2BCDB7-50A6-4D0D-A27E-49FDDD3A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E27EF0-36FF-4A98-82DE-A375AEA1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0e2d7aab548e9"/>
          <a:srcRect xmlns:a="http://schemas.openxmlformats.org/drawingml/2006/main" l="0" t="1738" r="0" b="17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781050"/>
            <a:ext cx="5753100" cy="30289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5A164D-BDDF-4CA3-8E88-8BF822DD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781050"/>
            <a:ext cx="5753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55B6D9-7C3E-4F0B-8F02-38CAF54F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781050"/>
            <a:ext cx="5753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A93A93-7C93-4954-B1E4-6AF9E2EE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2343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D50A32-C570-47F3-AF54-B0CA4666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A5EB51-5F8E-416F-88F1-69EAD62E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52650"/>
            <a:ext cx="19240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Bug triage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61E042-4FC6-48F2-91A8-230B3089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63641"/>
            <a:ext cx="1924050" cy="3176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Start with evidence, owner, repro, and one likely surface.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75E46A-E5FB-4B1B-AABD-8C1FAFF76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00250"/>
            <a:ext cx="2343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A91771-D8F6-4A56-86D3-943B9CC7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002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64B478-F6A8-43F0-A5B9-5A0F8AA8D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52650"/>
            <a:ext cx="19240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Migration safety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CD41BC-A9B5-4FF1-B725-48B0B0FD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63641"/>
            <a:ext cx="1924050" cy="3176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Dry-run first. Human approval before data-changing commands.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2CF4FB-61B9-46BE-982A-C900100F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2343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AFCD71-257A-40AA-B1FD-F4352DAB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3E7FE1-2848-4973-9FD4-4A742173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19240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UI testing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1DE78A-9412-40E2-82A8-2D6B8D9E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44741"/>
            <a:ext cx="1924050" cy="3176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Run the app, inspect the screen, capture the visual result.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85D7D3-F3E7-4D57-86C2-99388873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81350"/>
            <a:ext cx="2343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329515-8357-437E-8D49-6470120C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813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0A01B2-239E-4C95-8A9D-52753465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33750"/>
            <a:ext cx="19240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PR review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3EC2C1-E5AA-4EB8-A727-3D2971C5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644741"/>
            <a:ext cx="1924050" cy="3176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Summarize evidence, changed behavior, checks, and remaining risk.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0BE4EC-5460-4953-ACE4-F0B82E00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5310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73A4C0-491A-4E95-9D41-347A684D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76925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1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If the team repeats a move, make it part of the harness.</a:t>
            </a:r>
          </a:p>
        </p:txBody>
      </p:sp>
    </p:spTree>
    <p:extLst>
      <p:ext uri="{BB962C8B-B14F-4D97-AF65-F5344CB8AC3E}">
        <p14:creationId xmlns:p14="http://schemas.microsoft.com/office/powerpoint/2010/main" val="214507864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0BC4BC-8904-4D4D-9A85-A8C98779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6FC7F-CDBE-4856-A485-5857AFC5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009F2-99C6-4ED8-A22C-CAC558E2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TOOLS: SCRIPTS AGENTS CAN RUN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6A488-CEF8-460A-B3CF-39FE1FCB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Give Copilot safe paths through verification.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EFDD44-517D-4E8C-855F-70CCBB2E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C70E35-7F83-4B4E-8E38-3C8899D6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e014983294252"/>
          <a:srcRect xmlns:a="http://schemas.openxmlformats.org/drawingml/2006/main" l="0" t="1435" r="0" b="14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800100"/>
            <a:ext cx="575310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7610FA-372C-4D45-819F-50468E78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00100"/>
            <a:ext cx="57531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788129-E49F-461E-B6D3-EC185DEF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00100"/>
            <a:ext cx="57531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11D295-E804-4787-9EA2-9C14F964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457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AC56E6-5685-444E-BCC1-0D2C1633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0A6D2-D0B1-44DE-86A7-A77F1186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47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A named script is better than asking the agent to invent the right command.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FEE29-26CC-4C8F-A0A0-27CEEF48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4457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D7A8EB-23D8-4F42-9934-80F6068B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8" b="1">
                <a:solidFill>
                  <a:srgbClr val="0E9F9A"/>
                </a:solidFill>
                <a:latin typeface="Aptos Mono"/>
                <a:ea typeface="Aptos Mono"/>
                <a:cs typeface="Aptos Mono"/>
              </a:defRPr>
            </a:pPr>
            <a:r>
              <a:rPr sz="968" b="1">
                <a:solidFill>
                  <a:srgbClr val="0E9F9A"/>
                </a:solidFill>
                <a:latin typeface="Aptos Mono"/>
                <a:ea typeface="Aptos Mono"/>
                <a:cs typeface="Aptos Mono"/>
              </a:rPr>
              <a:t>npm run test:changed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193136-ED92-40C1-BED6-0D3D4C5F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143250"/>
            <a:ext cx="2305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Run only tests related to changed files.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F6D4B1-47C3-4365-A7BE-BF785ED4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4457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1E3FD9-4661-4BD3-B06A-9416F8C4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2430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8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68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npm run agent:verify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CFFBB8-5A9E-4DBF-BDA7-77D2AB64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29050"/>
            <a:ext cx="2305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Bundle typecheck, lint report, focused tests, and smoke checks.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79332C-B633-45FD-851D-7CFC1B6E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4457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5D452E-0D00-4C15-AD6E-EE0AFA8B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1010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8" b="1">
                <a:solidFill>
                  <a:srgbClr val="F59E0B"/>
                </a:solidFill>
                <a:latin typeface="Aptos Mono"/>
                <a:ea typeface="Aptos Mono"/>
                <a:cs typeface="Aptos Mono"/>
              </a:defRPr>
            </a:pPr>
            <a:r>
              <a:rPr sz="968" b="1">
                <a:solidFill>
                  <a:srgbClr val="F59E0B"/>
                </a:solidFill>
                <a:latin typeface="Aptos Mono"/>
                <a:ea typeface="Aptos Mono"/>
                <a:cs typeface="Aptos Mono"/>
              </a:rPr>
              <a:t>npm run smoke:local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6F81FB-A5EB-46CC-81B3-99497D8D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514850"/>
            <a:ext cx="2305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Open the app path and confirm the main behavior still works.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D70CE0-08D8-4A19-B38F-C8590CE0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86350"/>
            <a:ext cx="4457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5F9C0A-C821-451B-938E-E1457C26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8" b="1">
                <a:solidFill>
                  <a:srgbClr val="16A34A"/>
                </a:solidFill>
                <a:latin typeface="Aptos Mono"/>
                <a:ea typeface="Aptos Mono"/>
                <a:cs typeface="Aptos Mono"/>
              </a:defRPr>
            </a:pPr>
            <a:r>
              <a:rPr sz="968" b="1">
                <a:solidFill>
                  <a:srgbClr val="16A34A"/>
                </a:solidFill>
                <a:latin typeface="Aptos Mono"/>
                <a:ea typeface="Aptos Mono"/>
                <a:cs typeface="Aptos Mono"/>
              </a:rPr>
              <a:t>npm run check:pr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49BA8F-B2E8-4C91-9DB2-C26CBF4A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00650"/>
            <a:ext cx="2305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Collect the review evidence a human needs before merging.</a:t>
            </a:r>
          </a:p>
        </p:txBody>
      </p:sp>
    </p:spTree>
    <p:extLst>
      <p:ext uri="{BB962C8B-B14F-4D97-AF65-F5344CB8AC3E}">
        <p14:creationId xmlns:p14="http://schemas.microsoft.com/office/powerpoint/2010/main" val="20625775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6BB2BA-3C42-44C1-96F7-C632A183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5EABF5-C752-4BF7-BEF6-73735C46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04B5B1-948E-4DB0-9459-C8387FE3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SOFT CHECKS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39634-581C-4FBD-BF26-43D5B0D3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334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Warnings can be a useful middle ground.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FEE328-BF61-46F3-B0FC-434842E8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AF5B2D-0B17-4A17-91D4-FA8222E77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9c4ea2a4464a74"/>
          <a:srcRect xmlns:a="http://schemas.openxmlformats.org/drawingml/2006/main" l="0" t="282" r="0" b="2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800100"/>
            <a:ext cx="561975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1D769A-CD21-4CD6-9F70-373258B3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800100"/>
            <a:ext cx="5619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960963-8BCB-4318-A4B7-3D57C46B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800100"/>
            <a:ext cx="5619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FCE9E1-B0CC-4DFB-86A4-254D282D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4381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9D6F03-3DF1-448E-BCEF-D93EF06B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09E2A3-B2C8-4957-9248-EAE333D5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Not every repo has hard lint gates. Agents still need feedback.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061A36-7A01-4C47-A3D3-EAD660D5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2057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B9FF90-BF3C-4262-B79E-1A63D236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47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E8B8A0-76AB-4BB6-8D28-29DB3D3C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16383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Hard gate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EA647A-BEAA-4B12-8DC8-50A727D9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8541"/>
            <a:ext cx="1638300" cy="4700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Blocks merge when the repo already enforces the rule.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542279-846D-4A3E-A941-CF42C0EF6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105150"/>
            <a:ext cx="2057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68BA61-B0EB-4BC8-A351-4871E531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105150"/>
            <a:ext cx="47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F03AE1-3B94-4CD7-9D3B-0DD258CF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257550"/>
            <a:ext cx="16383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Soft report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C44051-4DE3-4DC5-9014-ABF93871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568541"/>
            <a:ext cx="1638300" cy="4700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Returns warnings so Copilot can fix obvious issues without stopping the whole session.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29FE6F-C2FC-4702-B26C-121705DA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086F22-0F22-4EED-8766-11CB4031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unused code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0F99FE-ADAE-4670-924C-5C48ABF7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5499D5-FCB2-4EE5-9829-874E43C4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unsafe any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EE4BC8-54CB-429C-8D2F-0BA36AA5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17A92E-59EF-4A1E-A8E6-FA12F35FA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accessibility hints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03AF8A-E078-4A4D-82D0-41921C5F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1AFCB3-1600-4AB0-B192-636F08CE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slow tests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C5C72F-E54E-49D6-A092-6C4551ED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B7F732-F269-4C58-BFF9-6E0919F0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wide diff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F72E51-AF0C-472F-A4B6-3495407A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7215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0701B5-7D08-481C-B06E-15279C98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895975"/>
            <a:ext cx="769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33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133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A soft check is not permission to ignore quality. It is a way to surface quality earlier.</a:t>
            </a:r>
          </a:p>
        </p:txBody>
      </p:sp>
    </p:spTree>
    <p:extLst>
      <p:ext uri="{BB962C8B-B14F-4D97-AF65-F5344CB8AC3E}">
        <p14:creationId xmlns:p14="http://schemas.microsoft.com/office/powerpoint/2010/main" val="207961191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632CBE-2A8E-49AC-AB67-E993B777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3A7B5E-586E-41E6-B677-62755000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65AD51-6E18-4824-80CA-7C6BBABF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CHECKS: AFTER GENERATION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B4C7EB-4BD3-4AA7-9884-95C81813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619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Inspect before review.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8BEC1D-8CC5-46F4-A97C-40AAD695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42F2E1-DF02-4ACE-9A18-67F46B99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4deae79fe04500"/>
          <a:srcRect xmlns:a="http://schemas.openxmlformats.org/drawingml/2006/main" l="568" t="0" r="56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A0C6F8-35AC-47FC-B7E3-1093FE4D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07E291-26DE-4009-A829-4130D29D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348B28-F044-434E-A0D9-D832E0EB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2324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847CD7-BDEA-4E69-9C1C-E7E052779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5F9681-E7DC-4892-9AF1-B5A2F176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Generate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7F2CAE-287C-4FD5-9362-919D85AC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8241"/>
            <a:ext cx="1905000" cy="2795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Copilot edits code inside the task boundary.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8F8D83-BEF6-4BD8-9D44-53DB48D4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7815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1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51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FB9786-4B53-450B-B454-9F8A9578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14850"/>
            <a:ext cx="2324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326C34-2236-44FC-A2CE-78353EE1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148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37F7F3-E16C-49B5-AE72-E479A7EE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6725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Run checks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B1AE70-F8CA-4A39-8B98-0779B67E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978241"/>
            <a:ext cx="1905000" cy="2795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Changed tests, soft lint, typecheck, and smoke commands.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2F245A-E3AA-4B21-A712-5BD8383A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7815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1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51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509907-3CC8-4FC7-A356-A3AF55C8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14850"/>
            <a:ext cx="2324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DB40F7-9EA8-4C8A-AD72-5EA5EC9A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148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729F18-41DF-44AF-9F46-7D1EACB3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6725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05A3E5-A72C-45E6-A16B-7D93CB40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78241"/>
            <a:ext cx="1905000" cy="2795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Use a review or debug skill to look for likely bugs.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08D0DA-EF67-46CB-8B39-9D0B085F9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7815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1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51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89E6F1-5243-4AC6-A8D0-B9A4B47F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514850"/>
            <a:ext cx="2324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993790-02FA-447F-ADAD-1182EFD5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5148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218182-71CB-42E3-A56D-25352927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66725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Report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C86CE4-AEFD-4C00-932E-9EB9B452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978241"/>
            <a:ext cx="1905000" cy="2795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Evidence, changes, checks, gaps, and risk.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1F783D-4150-4204-A26F-E932CA04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57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72C23C-C177-4730-BD71-40E229D6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6D8D82-85B1-4E0E-9AD7-8BA1CBBA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361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Human review starts from evidence, not from a confident summary.</a:t>
            </a:r>
          </a:p>
        </p:txBody>
      </p:sp>
    </p:spTree>
    <p:extLst>
      <p:ext uri="{BB962C8B-B14F-4D97-AF65-F5344CB8AC3E}">
        <p14:creationId xmlns:p14="http://schemas.microsoft.com/office/powerpoint/2010/main" val="138672212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DB7124-D5E1-4D8A-B793-B55DD68C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439901-CFAD-4A45-BEEA-1E7DE781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B1F079-ED80-4095-9CE6-6189BACA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THE HARNESS LEARNING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C5E72E-7E2D-4939-BE41-591713F5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When Copilot fails, improve the harness.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69B80B-9F17-44DA-85B5-B8DFA950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39F4F-D604-47C3-B0A4-D7975546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a4871df1644dc7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00750" y="781050"/>
            <a:ext cx="571500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F100A6-CA1A-4464-B362-B4710AEF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81050"/>
            <a:ext cx="5715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624C48-8EB9-40A7-A29F-F33E2EBF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81050"/>
            <a:ext cx="5715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43D353-7249-4D56-9207-7841B5FCE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91735F-4AE8-49D5-9C52-2DCD73AB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Failure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9452ED-3C0F-42F8-A19E-DD789D9F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32410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77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177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D39FF3-4A61-4E3D-8F66-5B4AF43B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15265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2C97BC-EE31-4D3E-90B8-E71AD375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5267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Cause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A61680-C9C6-4306-AB1E-BE8F25CE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2410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77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177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C1EF1E-CCA8-4DF1-A6BF-1FEDCABD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5265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612EDD-D8D6-4416-9A21-E9430F55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5267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Harness fix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4586A-F8A8-4C3C-825E-F492294DC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2410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77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177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A430F5-1AB1-4B71-A286-E992ECE4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5265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BF6D88-984A-4E9B-99A1-1C119A31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5267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Next session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F515F7-D673-406A-93AC-850D3FAC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205930-0222-4A0C-9EBA-4E157C4A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60C477-B34F-4C57-ACB9-56484F8A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1771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Missing context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9FC2FD-1167-4A26-BD0B-7290CD9F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8541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an instruction or path rule.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09F477-37E8-4CBA-9D78-A153D5AD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10515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7BC667-EEA8-4E66-B381-6F63AC18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1051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3ECAA1-DAF7-4AB4-88F3-23B69F82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57550"/>
            <a:ext cx="1771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Wrong command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01C38A-C7E1-4548-B9A8-9653F07C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568541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or document a script.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9F6491-BBE4-41B5-9846-12C894EC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245951-7D61-490F-8406-1B2F3588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852BC0-BED1-4E42-81C4-61E62437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771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Weak proof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F188AC-A158-4B4B-85F0-4B5998FF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82941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a focused test or smoke check.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931450-456E-47C3-9D20-A2AC9445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01955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4BB5E1-04CD-4852-B5B6-346A1AAE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0195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6071B7-F7CB-46CA-9C18-007647DA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171950"/>
            <a:ext cx="1771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Bad review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AA39EA-66F6-49EA-BC12-4AEC02A3D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482941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a checklist or diagnostic skill.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C97265-64B1-415F-A4AF-B9B968F1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7215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915CEA-9440-495F-8E63-8962C659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895975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1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Do not only fix the prompt. Fix the system that shaped the prompt.</a:t>
            </a:r>
          </a:p>
        </p:txBody>
      </p:sp>
    </p:spTree>
    <p:extLst>
      <p:ext uri="{BB962C8B-B14F-4D97-AF65-F5344CB8AC3E}">
        <p14:creationId xmlns:p14="http://schemas.microsoft.com/office/powerpoint/2010/main" val="4505813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4EC701-33F9-4710-A2F6-BAD1AA49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482C6-04FC-4425-A439-94E39EF7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F0D7BE-A619-4D81-A59E-F5DD9399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57DABA-D378-4DA3-BED4-BD52D0F1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495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Make AI work inspectable.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E9D18C-0823-47BD-A98E-8A35FA01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4093E3-88A9-49BD-8105-63347776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20c01481f74b47"/>
          <a:srcRect xmlns:a="http://schemas.openxmlformats.org/drawingml/2006/main" l="0" t="914" r="0" b="9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819150"/>
            <a:ext cx="5905500" cy="31623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18DB34-4B2E-4B66-8B4A-EE643E50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819150"/>
            <a:ext cx="59055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A5DEC4-035F-4D9C-9811-F7B57A85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819150"/>
            <a:ext cx="59055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8CE790-CA3B-4D83-858B-E6ACBC2D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52495B-A7C1-4B44-BB9A-C0AE40DC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388E03-D684-4E2F-96B8-C3B2D87BB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3676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Bounded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8C89FD-9947-4A6B-9B7A-CB4FD953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9841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Instructions and permissions define the work area.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57385C-CBFE-4CEE-852E-22334C04E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861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65FE9F-4810-42BF-9932-F8A25607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861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0E21D2-38B8-42BA-924A-23FEDD25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3676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Visible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54023A-80E6-42B2-B6E4-560954B7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9491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Skills and scripts expose the path the agent followed.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78BAE3-1014-40B0-9C80-E56AF501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0E1C8E-5F36-4A8B-B1E5-07863040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C68E16-8470-4F31-8274-CB494749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3676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Checkable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4D0E7B-97EE-4E14-9785-A49D700A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9141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Tests, soft reports, diagnostics, and review prove the work.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3851BA-9D9B-4F68-9F46-CC34D659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562600"/>
            <a:ext cx="8610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57F9F3-A40A-4A41-831F-A6E5801F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56260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F79F9B-7068-4A3D-B212-6FECD61D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753100"/>
            <a:ext cx="777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The goal is not to trust Copilot more. The goal is to make the work easier to inspect.</a:t>
            </a:r>
          </a:p>
        </p:txBody>
      </p:sp>
    </p:spTree>
    <p:extLst>
      <p:ext uri="{BB962C8B-B14F-4D97-AF65-F5344CB8AC3E}">
        <p14:creationId xmlns:p14="http://schemas.microsoft.com/office/powerpoint/2010/main" val="132729170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D1AA2D-6D7A-45ED-A78B-356D09FA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292D44-F552-4389-A78A-F9CF6951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EA6D36-4D75-431E-9FEB-79FE331F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PRESENTER APPENDIX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F0CAE1-67B8-43F2-9278-108D4ED7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429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Fidelity Tasks VS Code demo cue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745AB6-45F5-436E-83E3-7269876C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0E2E3E-8B36-476C-9D1A-9EA3F0CB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ED0961-6A9B-49CC-B7E9-69194F85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10782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7D70E9-B0FF-4C80-A894-1EC454B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AB81AB-01B9-4E2F-8A49-45D597A8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885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1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51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Open the Fidelity Tasks repo and show the harness parts in this order.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FF977E-066F-424B-8372-94EEE0F5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4648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7A77CD-6F50-48BF-96BC-2C2239C8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A33723-9319-4893-90E6-17118398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71800"/>
            <a:ext cx="42291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B9F58F-3890-4429-A500-30CA769A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82791"/>
            <a:ext cx="4229100" cy="3176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Copilot instructions and path-specific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C8041B-826F-4782-A138-ADC1B3C4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19400"/>
            <a:ext cx="4648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47D558-F71E-4AEE-A7F9-82EDA09B4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194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0096C8-B27F-483A-9F7C-60319989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42291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Moves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2AFA36-9290-4BA4-B14D-36D08B42C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82791"/>
            <a:ext cx="4229100" cy="3176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Skills/playbooks such as planning, grilling, diagnosis, and review.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2DC5DC-D7AC-439C-B7A8-673098B5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4648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8209F8-D8EE-458C-9C78-94F403A4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DE1E26-CAC2-4DC7-9A8B-5306B8E6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52900"/>
            <a:ext cx="42291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8B9957-895E-4510-BF8C-4E703BE5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63891"/>
            <a:ext cx="4229100" cy="3176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Changed-test script, heavy soft-lint/report script, and smoke command.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68D568-B501-420B-BC7E-B7CBF544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4648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28DAA5-85EE-4BE6-BB8C-757ABF4B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72E3F4-545C-450F-AF36-3DDF62D1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52900"/>
            <a:ext cx="42291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CEDE2B-1654-433B-B564-5C269F50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63891"/>
            <a:ext cx="4229100" cy="3176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Post-generation diagnostic pass and human review checklist.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CDEC4F-426E-4223-8C01-01D47158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7220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05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05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Presenter-only slide. Not included in Ara narration.</a:t>
            </a:r>
          </a:p>
        </p:txBody>
      </p:sp>
    </p:spTree>
    <p:extLst>
      <p:ext uri="{BB962C8B-B14F-4D97-AF65-F5344CB8AC3E}">
        <p14:creationId xmlns:p14="http://schemas.microsoft.com/office/powerpoint/2010/main" val="19125036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2026-05-27T15:01:31.0980000Z</dcterms:created>
  <dcterms:modified xsi:type="dcterms:W3CDTF">2026-05-27T15:01:31.0980000Z</dcterms:modified>
</coreProperties>
</file>